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1" r:id="rId21"/>
    <p:sldId id="275" r:id="rId22"/>
    <p:sldId id="282" r:id="rId23"/>
    <p:sldId id="283" r:id="rId24"/>
    <p:sldId id="284" r:id="rId25"/>
    <p:sldId id="285" r:id="rId26"/>
    <p:sldId id="286" r:id="rId27"/>
    <p:sldId id="28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0476F3-4A98-4681-8C1E-040265CFE747}" v="18" dt="2025-03-06T15:17:11.8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wara Rao" userId="8a2833ae53b87559" providerId="LiveId" clId="{B90476F3-4A98-4681-8C1E-040265CFE747}"/>
    <pc:docChg chg="undo custSel addSld delSld modSld sldOrd">
      <pc:chgData name="Eswara Rao" userId="8a2833ae53b87559" providerId="LiveId" clId="{B90476F3-4A98-4681-8C1E-040265CFE747}" dt="2025-03-06T15:25:51.260" v="387" actId="14100"/>
      <pc:docMkLst>
        <pc:docMk/>
      </pc:docMkLst>
      <pc:sldChg chg="modSp mod">
        <pc:chgData name="Eswara Rao" userId="8a2833ae53b87559" providerId="LiveId" clId="{B90476F3-4A98-4681-8C1E-040265CFE747}" dt="2025-03-06T15:25:51.260" v="387" actId="14100"/>
        <pc:sldMkLst>
          <pc:docMk/>
          <pc:sldMk cId="2605853070" sldId="256"/>
        </pc:sldMkLst>
        <pc:spChg chg="mod">
          <ac:chgData name="Eswara Rao" userId="8a2833ae53b87559" providerId="LiveId" clId="{B90476F3-4A98-4681-8C1E-040265CFE747}" dt="2025-03-06T15:25:51.260" v="387" actId="14100"/>
          <ac:spMkLst>
            <pc:docMk/>
            <pc:sldMk cId="2605853070" sldId="256"/>
            <ac:spMk id="2" creationId="{7EA3E0AD-8A35-A38E-FD06-CA6842FB9710}"/>
          </ac:spMkLst>
        </pc:spChg>
      </pc:sldChg>
      <pc:sldChg chg="modSp mod">
        <pc:chgData name="Eswara Rao" userId="8a2833ae53b87559" providerId="LiveId" clId="{B90476F3-4A98-4681-8C1E-040265CFE747}" dt="2025-03-06T14:43:56.561" v="59" actId="113"/>
        <pc:sldMkLst>
          <pc:docMk/>
          <pc:sldMk cId="2247451846" sldId="257"/>
        </pc:sldMkLst>
        <pc:spChg chg="mod">
          <ac:chgData name="Eswara Rao" userId="8a2833ae53b87559" providerId="LiveId" clId="{B90476F3-4A98-4681-8C1E-040265CFE747}" dt="2025-03-06T14:43:56.561" v="59" actId="113"/>
          <ac:spMkLst>
            <pc:docMk/>
            <pc:sldMk cId="2247451846" sldId="257"/>
            <ac:spMk id="2" creationId="{AF0C99AD-6790-5287-56EA-8D9B13EF6C17}"/>
          </ac:spMkLst>
        </pc:spChg>
        <pc:spChg chg="mod">
          <ac:chgData name="Eswara Rao" userId="8a2833ae53b87559" providerId="LiveId" clId="{B90476F3-4A98-4681-8C1E-040265CFE747}" dt="2025-03-06T14:43:40.541" v="57" actId="255"/>
          <ac:spMkLst>
            <pc:docMk/>
            <pc:sldMk cId="2247451846" sldId="257"/>
            <ac:spMk id="3" creationId="{5C140284-D83E-D965-5A13-900BBABC3CB8}"/>
          </ac:spMkLst>
        </pc:spChg>
      </pc:sldChg>
      <pc:sldChg chg="modSp mod">
        <pc:chgData name="Eswara Rao" userId="8a2833ae53b87559" providerId="LiveId" clId="{B90476F3-4A98-4681-8C1E-040265CFE747}" dt="2025-03-06T14:44:42.700" v="61" actId="113"/>
        <pc:sldMkLst>
          <pc:docMk/>
          <pc:sldMk cId="1838069036" sldId="258"/>
        </pc:sldMkLst>
        <pc:spChg chg="mod">
          <ac:chgData name="Eswara Rao" userId="8a2833ae53b87559" providerId="LiveId" clId="{B90476F3-4A98-4681-8C1E-040265CFE747}" dt="2025-03-06T14:44:42.700" v="61" actId="113"/>
          <ac:spMkLst>
            <pc:docMk/>
            <pc:sldMk cId="1838069036" sldId="258"/>
            <ac:spMk id="2" creationId="{9D05D215-9545-17AA-6E0E-9936FCC88034}"/>
          </ac:spMkLst>
        </pc:spChg>
      </pc:sldChg>
      <pc:sldChg chg="modSp mod">
        <pc:chgData name="Eswara Rao" userId="8a2833ae53b87559" providerId="LiveId" clId="{B90476F3-4A98-4681-8C1E-040265CFE747}" dt="2025-03-06T14:44:57.020" v="62" actId="2711"/>
        <pc:sldMkLst>
          <pc:docMk/>
          <pc:sldMk cId="2563508910" sldId="259"/>
        </pc:sldMkLst>
        <pc:spChg chg="mod">
          <ac:chgData name="Eswara Rao" userId="8a2833ae53b87559" providerId="LiveId" clId="{B90476F3-4A98-4681-8C1E-040265CFE747}" dt="2025-03-06T14:44:57.020" v="62" actId="2711"/>
          <ac:spMkLst>
            <pc:docMk/>
            <pc:sldMk cId="2563508910" sldId="259"/>
            <ac:spMk id="2" creationId="{12B9631B-B26C-D123-5364-069E4EF9DA85}"/>
          </ac:spMkLst>
        </pc:spChg>
      </pc:sldChg>
      <pc:sldChg chg="modSp mod">
        <pc:chgData name="Eswara Rao" userId="8a2833ae53b87559" providerId="LiveId" clId="{B90476F3-4A98-4681-8C1E-040265CFE747}" dt="2025-03-06T14:45:21.732" v="65" actId="113"/>
        <pc:sldMkLst>
          <pc:docMk/>
          <pc:sldMk cId="1031483982" sldId="261"/>
        </pc:sldMkLst>
        <pc:spChg chg="mod">
          <ac:chgData name="Eswara Rao" userId="8a2833ae53b87559" providerId="LiveId" clId="{B90476F3-4A98-4681-8C1E-040265CFE747}" dt="2025-03-06T14:45:21.732" v="65" actId="113"/>
          <ac:spMkLst>
            <pc:docMk/>
            <pc:sldMk cId="1031483982" sldId="261"/>
            <ac:spMk id="2" creationId="{9F73B892-66B0-2341-B358-0341D33CC571}"/>
          </ac:spMkLst>
        </pc:spChg>
      </pc:sldChg>
      <pc:sldChg chg="modSp mod">
        <pc:chgData name="Eswara Rao" userId="8a2833ae53b87559" providerId="LiveId" clId="{B90476F3-4A98-4681-8C1E-040265CFE747}" dt="2025-03-06T14:45:40.652" v="67" actId="2711"/>
        <pc:sldMkLst>
          <pc:docMk/>
          <pc:sldMk cId="964101867" sldId="262"/>
        </pc:sldMkLst>
        <pc:spChg chg="mod">
          <ac:chgData name="Eswara Rao" userId="8a2833ae53b87559" providerId="LiveId" clId="{B90476F3-4A98-4681-8C1E-040265CFE747}" dt="2025-03-06T14:45:33.363" v="66" actId="2711"/>
          <ac:spMkLst>
            <pc:docMk/>
            <pc:sldMk cId="964101867" sldId="262"/>
            <ac:spMk id="3" creationId="{249B1E53-82FD-EBB6-5EA7-E0E05D2973CB}"/>
          </ac:spMkLst>
        </pc:spChg>
        <pc:spChg chg="mod">
          <ac:chgData name="Eswara Rao" userId="8a2833ae53b87559" providerId="LiveId" clId="{B90476F3-4A98-4681-8C1E-040265CFE747}" dt="2025-03-06T14:45:40.652" v="67" actId="2711"/>
          <ac:spMkLst>
            <pc:docMk/>
            <pc:sldMk cId="964101867" sldId="262"/>
            <ac:spMk id="4" creationId="{2AF262E1-4982-397F-8D09-2E3B300347D2}"/>
          </ac:spMkLst>
        </pc:spChg>
      </pc:sldChg>
      <pc:sldChg chg="modSp mod">
        <pc:chgData name="Eswara Rao" userId="8a2833ae53b87559" providerId="LiveId" clId="{B90476F3-4A98-4681-8C1E-040265CFE747}" dt="2025-03-06T14:45:55.410" v="69" actId="113"/>
        <pc:sldMkLst>
          <pc:docMk/>
          <pc:sldMk cId="2654419083" sldId="264"/>
        </pc:sldMkLst>
        <pc:spChg chg="mod">
          <ac:chgData name="Eswara Rao" userId="8a2833ae53b87559" providerId="LiveId" clId="{B90476F3-4A98-4681-8C1E-040265CFE747}" dt="2025-03-06T14:45:55.410" v="69" actId="113"/>
          <ac:spMkLst>
            <pc:docMk/>
            <pc:sldMk cId="2654419083" sldId="264"/>
            <ac:spMk id="2" creationId="{9FEC0555-9A86-B981-BF37-993BC0094C71}"/>
          </ac:spMkLst>
        </pc:spChg>
      </pc:sldChg>
      <pc:sldChg chg="modSp mod">
        <pc:chgData name="Eswara Rao" userId="8a2833ae53b87559" providerId="LiveId" clId="{B90476F3-4A98-4681-8C1E-040265CFE747}" dt="2025-03-06T14:46:17.980" v="72" actId="2711"/>
        <pc:sldMkLst>
          <pc:docMk/>
          <pc:sldMk cId="601554709" sldId="265"/>
        </pc:sldMkLst>
        <pc:spChg chg="mod">
          <ac:chgData name="Eswara Rao" userId="8a2833ae53b87559" providerId="LiveId" clId="{B90476F3-4A98-4681-8C1E-040265CFE747}" dt="2025-03-06T14:46:05.458" v="70" actId="2711"/>
          <ac:spMkLst>
            <pc:docMk/>
            <pc:sldMk cId="601554709" sldId="265"/>
            <ac:spMk id="2" creationId="{5226F96C-6F36-CE4B-1840-D1D2D9025080}"/>
          </ac:spMkLst>
        </pc:spChg>
        <pc:spChg chg="mod">
          <ac:chgData name="Eswara Rao" userId="8a2833ae53b87559" providerId="LiveId" clId="{B90476F3-4A98-4681-8C1E-040265CFE747}" dt="2025-03-06T14:46:12.517" v="71" actId="2711"/>
          <ac:spMkLst>
            <pc:docMk/>
            <pc:sldMk cId="601554709" sldId="265"/>
            <ac:spMk id="3" creationId="{3F485FBE-A33C-F7F9-541D-F61277D78209}"/>
          </ac:spMkLst>
        </pc:spChg>
        <pc:spChg chg="mod">
          <ac:chgData name="Eswara Rao" userId="8a2833ae53b87559" providerId="LiveId" clId="{B90476F3-4A98-4681-8C1E-040265CFE747}" dt="2025-03-06T14:46:17.980" v="72" actId="2711"/>
          <ac:spMkLst>
            <pc:docMk/>
            <pc:sldMk cId="601554709" sldId="265"/>
            <ac:spMk id="4" creationId="{F5A4E668-995D-379C-0CF8-DB118418931C}"/>
          </ac:spMkLst>
        </pc:spChg>
      </pc:sldChg>
      <pc:sldChg chg="modSp mod">
        <pc:chgData name="Eswara Rao" userId="8a2833ae53b87559" providerId="LiveId" clId="{B90476F3-4A98-4681-8C1E-040265CFE747}" dt="2025-03-06T14:46:29.538" v="74" actId="2711"/>
        <pc:sldMkLst>
          <pc:docMk/>
          <pc:sldMk cId="3769410755" sldId="267"/>
        </pc:sldMkLst>
        <pc:spChg chg="mod">
          <ac:chgData name="Eswara Rao" userId="8a2833ae53b87559" providerId="LiveId" clId="{B90476F3-4A98-4681-8C1E-040265CFE747}" dt="2025-03-06T14:46:29.538" v="74" actId="2711"/>
          <ac:spMkLst>
            <pc:docMk/>
            <pc:sldMk cId="3769410755" sldId="267"/>
            <ac:spMk id="2" creationId="{848642BF-62A8-ABE2-8E69-E2D20A140465}"/>
          </ac:spMkLst>
        </pc:spChg>
      </pc:sldChg>
      <pc:sldChg chg="modSp mod">
        <pc:chgData name="Eswara Rao" userId="8a2833ae53b87559" providerId="LiveId" clId="{B90476F3-4A98-4681-8C1E-040265CFE747}" dt="2025-03-06T14:46:49.847" v="79" actId="2711"/>
        <pc:sldMkLst>
          <pc:docMk/>
          <pc:sldMk cId="2253197412" sldId="268"/>
        </pc:sldMkLst>
        <pc:spChg chg="mod">
          <ac:chgData name="Eswara Rao" userId="8a2833ae53b87559" providerId="LiveId" clId="{B90476F3-4A98-4681-8C1E-040265CFE747}" dt="2025-03-06T14:46:37.775" v="77" actId="113"/>
          <ac:spMkLst>
            <pc:docMk/>
            <pc:sldMk cId="2253197412" sldId="268"/>
            <ac:spMk id="2" creationId="{0E190831-6B45-1D63-0995-8FAD9886197D}"/>
          </ac:spMkLst>
        </pc:spChg>
        <pc:spChg chg="mod">
          <ac:chgData name="Eswara Rao" userId="8a2833ae53b87559" providerId="LiveId" clId="{B90476F3-4A98-4681-8C1E-040265CFE747}" dt="2025-03-06T14:46:44.274" v="78" actId="2711"/>
          <ac:spMkLst>
            <pc:docMk/>
            <pc:sldMk cId="2253197412" sldId="268"/>
            <ac:spMk id="3" creationId="{0D674F6F-6E29-8B31-7571-24D36E529A93}"/>
          </ac:spMkLst>
        </pc:spChg>
        <pc:spChg chg="mod">
          <ac:chgData name="Eswara Rao" userId="8a2833ae53b87559" providerId="LiveId" clId="{B90476F3-4A98-4681-8C1E-040265CFE747}" dt="2025-03-06T14:46:49.847" v="79" actId="2711"/>
          <ac:spMkLst>
            <pc:docMk/>
            <pc:sldMk cId="2253197412" sldId="268"/>
            <ac:spMk id="4" creationId="{9E52002C-8A61-2CE1-61AD-A4BF3B785CFB}"/>
          </ac:spMkLst>
        </pc:spChg>
      </pc:sldChg>
      <pc:sldChg chg="modSp mod">
        <pc:chgData name="Eswara Rao" userId="8a2833ae53b87559" providerId="LiveId" clId="{B90476F3-4A98-4681-8C1E-040265CFE747}" dt="2025-03-06T14:47:13.877" v="81" actId="113"/>
        <pc:sldMkLst>
          <pc:docMk/>
          <pc:sldMk cId="2574882547" sldId="270"/>
        </pc:sldMkLst>
        <pc:spChg chg="mod">
          <ac:chgData name="Eswara Rao" userId="8a2833ae53b87559" providerId="LiveId" clId="{B90476F3-4A98-4681-8C1E-040265CFE747}" dt="2025-03-06T14:47:13.877" v="81" actId="113"/>
          <ac:spMkLst>
            <pc:docMk/>
            <pc:sldMk cId="2574882547" sldId="270"/>
            <ac:spMk id="2" creationId="{954D87D3-868A-FCD5-6813-2D1C241A19FE}"/>
          </ac:spMkLst>
        </pc:spChg>
      </pc:sldChg>
      <pc:sldChg chg="modSp mod">
        <pc:chgData name="Eswara Rao" userId="8a2833ae53b87559" providerId="LiveId" clId="{B90476F3-4A98-4681-8C1E-040265CFE747}" dt="2025-03-06T14:47:33.597" v="84" actId="2711"/>
        <pc:sldMkLst>
          <pc:docMk/>
          <pc:sldMk cId="560562056" sldId="271"/>
        </pc:sldMkLst>
        <pc:spChg chg="mod">
          <ac:chgData name="Eswara Rao" userId="8a2833ae53b87559" providerId="LiveId" clId="{B90476F3-4A98-4681-8C1E-040265CFE747}" dt="2025-03-06T14:47:20.475" v="82" actId="2711"/>
          <ac:spMkLst>
            <pc:docMk/>
            <pc:sldMk cId="560562056" sldId="271"/>
            <ac:spMk id="2" creationId="{02659365-5C91-0F49-F186-F38F3A624B11}"/>
          </ac:spMkLst>
        </pc:spChg>
        <pc:spChg chg="mod">
          <ac:chgData name="Eswara Rao" userId="8a2833ae53b87559" providerId="LiveId" clId="{B90476F3-4A98-4681-8C1E-040265CFE747}" dt="2025-03-06T14:47:33.597" v="84" actId="2711"/>
          <ac:spMkLst>
            <pc:docMk/>
            <pc:sldMk cId="560562056" sldId="271"/>
            <ac:spMk id="4" creationId="{F1089844-0FAA-BDCF-3133-FCB0CB62B6FB}"/>
          </ac:spMkLst>
        </pc:spChg>
        <pc:spChg chg="mod">
          <ac:chgData name="Eswara Rao" userId="8a2833ae53b87559" providerId="LiveId" clId="{B90476F3-4A98-4681-8C1E-040265CFE747}" dt="2025-03-06T14:47:26.715" v="83" actId="2711"/>
          <ac:spMkLst>
            <pc:docMk/>
            <pc:sldMk cId="560562056" sldId="271"/>
            <ac:spMk id="5" creationId="{902E40D3-7649-ABF7-09DF-5B34D8049AD5}"/>
          </ac:spMkLst>
        </pc:spChg>
      </pc:sldChg>
      <pc:sldChg chg="modSp mod">
        <pc:chgData name="Eswara Rao" userId="8a2833ae53b87559" providerId="LiveId" clId="{B90476F3-4A98-4681-8C1E-040265CFE747}" dt="2025-03-06T14:47:48.292" v="86" actId="113"/>
        <pc:sldMkLst>
          <pc:docMk/>
          <pc:sldMk cId="3124151893" sldId="273"/>
        </pc:sldMkLst>
        <pc:spChg chg="mod">
          <ac:chgData name="Eswara Rao" userId="8a2833ae53b87559" providerId="LiveId" clId="{B90476F3-4A98-4681-8C1E-040265CFE747}" dt="2025-03-06T14:47:48.292" v="86" actId="113"/>
          <ac:spMkLst>
            <pc:docMk/>
            <pc:sldMk cId="3124151893" sldId="273"/>
            <ac:spMk id="2" creationId="{61859876-9111-1DB0-B093-58E01653C729}"/>
          </ac:spMkLst>
        </pc:spChg>
      </pc:sldChg>
      <pc:sldChg chg="modSp mod">
        <pc:chgData name="Eswara Rao" userId="8a2833ae53b87559" providerId="LiveId" clId="{B90476F3-4A98-4681-8C1E-040265CFE747}" dt="2025-03-06T14:48:09.249" v="89" actId="2711"/>
        <pc:sldMkLst>
          <pc:docMk/>
          <pc:sldMk cId="1600891857" sldId="274"/>
        </pc:sldMkLst>
        <pc:spChg chg="mod">
          <ac:chgData name="Eswara Rao" userId="8a2833ae53b87559" providerId="LiveId" clId="{B90476F3-4A98-4681-8C1E-040265CFE747}" dt="2025-03-06T14:47:57.819" v="87" actId="2711"/>
          <ac:spMkLst>
            <pc:docMk/>
            <pc:sldMk cId="1600891857" sldId="274"/>
            <ac:spMk id="2" creationId="{57F54B94-0A21-7246-D387-2F5BBBA09281}"/>
          </ac:spMkLst>
        </pc:spChg>
        <pc:spChg chg="mod">
          <ac:chgData name="Eswara Rao" userId="8a2833ae53b87559" providerId="LiveId" clId="{B90476F3-4A98-4681-8C1E-040265CFE747}" dt="2025-03-06T14:48:04.273" v="88" actId="2711"/>
          <ac:spMkLst>
            <pc:docMk/>
            <pc:sldMk cId="1600891857" sldId="274"/>
            <ac:spMk id="3" creationId="{9F13002E-0DC2-9677-B70E-CC0797E832C9}"/>
          </ac:spMkLst>
        </pc:spChg>
        <pc:spChg chg="mod">
          <ac:chgData name="Eswara Rao" userId="8a2833ae53b87559" providerId="LiveId" clId="{B90476F3-4A98-4681-8C1E-040265CFE747}" dt="2025-03-06T14:48:09.249" v="89" actId="2711"/>
          <ac:spMkLst>
            <pc:docMk/>
            <pc:sldMk cId="1600891857" sldId="274"/>
            <ac:spMk id="4" creationId="{CB7ABBF2-4B1F-627F-91B1-338EB933447E}"/>
          </ac:spMkLst>
        </pc:spChg>
      </pc:sldChg>
      <pc:sldChg chg="modSp add del">
        <pc:chgData name="Eswara Rao" userId="8a2833ae53b87559" providerId="LiveId" clId="{B90476F3-4A98-4681-8C1E-040265CFE747}" dt="2025-03-06T14:55:55.129" v="96" actId="2696"/>
        <pc:sldMkLst>
          <pc:docMk/>
          <pc:sldMk cId="2119658640" sldId="275"/>
        </pc:sldMkLst>
        <pc:picChg chg="mod">
          <ac:chgData name="Eswara Rao" userId="8a2833ae53b87559" providerId="LiveId" clId="{B90476F3-4A98-4681-8C1E-040265CFE747}" dt="2025-03-06T14:48:33.221" v="90" actId="14826"/>
          <ac:picMkLst>
            <pc:docMk/>
            <pc:sldMk cId="2119658640" sldId="275"/>
            <ac:picMk id="5" creationId="{25871863-9617-1DA6-3E8B-67746F74BEEA}"/>
          </ac:picMkLst>
        </pc:picChg>
      </pc:sldChg>
      <pc:sldChg chg="del">
        <pc:chgData name="Eswara Rao" userId="8a2833ae53b87559" providerId="LiveId" clId="{B90476F3-4A98-4681-8C1E-040265CFE747}" dt="2025-03-06T14:51:13.522" v="91" actId="2696"/>
        <pc:sldMkLst>
          <pc:docMk/>
          <pc:sldMk cId="3976380398" sldId="276"/>
        </pc:sldMkLst>
      </pc:sldChg>
      <pc:sldChg chg="del">
        <pc:chgData name="Eswara Rao" userId="8a2833ae53b87559" providerId="LiveId" clId="{B90476F3-4A98-4681-8C1E-040265CFE747}" dt="2025-03-06T14:51:26.878" v="92" actId="2696"/>
        <pc:sldMkLst>
          <pc:docMk/>
          <pc:sldMk cId="2680525408" sldId="277"/>
        </pc:sldMkLst>
      </pc:sldChg>
      <pc:sldChg chg="add del">
        <pc:chgData name="Eswara Rao" userId="8a2833ae53b87559" providerId="LiveId" clId="{B90476F3-4A98-4681-8C1E-040265CFE747}" dt="2025-03-06T14:55:59.884" v="97" actId="2696"/>
        <pc:sldMkLst>
          <pc:docMk/>
          <pc:sldMk cId="1221645046" sldId="278"/>
        </pc:sldMkLst>
      </pc:sldChg>
      <pc:sldChg chg="add del">
        <pc:chgData name="Eswara Rao" userId="8a2833ae53b87559" providerId="LiveId" clId="{B90476F3-4A98-4681-8C1E-040265CFE747}" dt="2025-03-06T14:56:34.765" v="101"/>
        <pc:sldMkLst>
          <pc:docMk/>
          <pc:sldMk cId="16580870" sldId="279"/>
        </pc:sldMkLst>
      </pc:sldChg>
      <pc:sldChg chg="del">
        <pc:chgData name="Eswara Rao" userId="8a2833ae53b87559" providerId="LiveId" clId="{B90476F3-4A98-4681-8C1E-040265CFE747}" dt="2025-03-06T14:56:02.213" v="98" actId="2696"/>
        <pc:sldMkLst>
          <pc:docMk/>
          <pc:sldMk cId="3069163428" sldId="279"/>
        </pc:sldMkLst>
      </pc:sldChg>
      <pc:sldChg chg="ord">
        <pc:chgData name="Eswara Rao" userId="8a2833ae53b87559" providerId="LiveId" clId="{B90476F3-4A98-4681-8C1E-040265CFE747}" dt="2025-03-06T15:18:04.129" v="370"/>
        <pc:sldMkLst>
          <pc:docMk/>
          <pc:sldMk cId="1337457120" sldId="280"/>
        </pc:sldMkLst>
      </pc:sldChg>
      <pc:sldChg chg="modSp new del mod">
        <pc:chgData name="Eswara Rao" userId="8a2833ae53b87559" providerId="LiveId" clId="{B90476F3-4A98-4681-8C1E-040265CFE747}" dt="2025-03-06T14:57:35.891" v="114" actId="680"/>
        <pc:sldMkLst>
          <pc:docMk/>
          <pc:sldMk cId="2955374664" sldId="281"/>
        </pc:sldMkLst>
        <pc:spChg chg="mod">
          <ac:chgData name="Eswara Rao" userId="8a2833ae53b87559" providerId="LiveId" clId="{B90476F3-4A98-4681-8C1E-040265CFE747}" dt="2025-03-06T14:57:34.448" v="113"/>
          <ac:spMkLst>
            <pc:docMk/>
            <pc:sldMk cId="2955374664" sldId="281"/>
            <ac:spMk id="2" creationId="{1CDB87B5-CD1E-D1D1-9FBD-2A99A76AEF26}"/>
          </ac:spMkLst>
        </pc:spChg>
        <pc:spChg chg="mod">
          <ac:chgData name="Eswara Rao" userId="8a2833ae53b87559" providerId="LiveId" clId="{B90476F3-4A98-4681-8C1E-040265CFE747}" dt="2025-03-06T14:57:33.880" v="112"/>
          <ac:spMkLst>
            <pc:docMk/>
            <pc:sldMk cId="2955374664" sldId="281"/>
            <ac:spMk id="3" creationId="{D965B639-CC4C-63D9-935A-702F2040B47A}"/>
          </ac:spMkLst>
        </pc:spChg>
      </pc:sldChg>
      <pc:sldChg chg="addSp modSp new mod">
        <pc:chgData name="Eswara Rao" userId="8a2833ae53b87559" providerId="LiveId" clId="{B90476F3-4A98-4681-8C1E-040265CFE747}" dt="2025-03-06T15:03:38.607" v="271" actId="14100"/>
        <pc:sldMkLst>
          <pc:docMk/>
          <pc:sldMk cId="4203247815" sldId="281"/>
        </pc:sldMkLst>
        <pc:spChg chg="mod">
          <ac:chgData name="Eswara Rao" userId="8a2833ae53b87559" providerId="LiveId" clId="{B90476F3-4A98-4681-8C1E-040265CFE747}" dt="2025-03-06T14:58:01.555" v="116"/>
          <ac:spMkLst>
            <pc:docMk/>
            <pc:sldMk cId="4203247815" sldId="281"/>
            <ac:spMk id="2" creationId="{7F1C141A-1EA3-8677-64B6-BD6C5F71BA9C}"/>
          </ac:spMkLst>
        </pc:spChg>
        <pc:spChg chg="mod">
          <ac:chgData name="Eswara Rao" userId="8a2833ae53b87559" providerId="LiveId" clId="{B90476F3-4A98-4681-8C1E-040265CFE747}" dt="2025-03-06T15:03:38.607" v="271" actId="14100"/>
          <ac:spMkLst>
            <pc:docMk/>
            <pc:sldMk cId="4203247815" sldId="281"/>
            <ac:spMk id="3" creationId="{A45F9395-6D44-FB45-6FE3-BFC012862FEF}"/>
          </ac:spMkLst>
        </pc:spChg>
        <pc:spChg chg="add">
          <ac:chgData name="Eswara Rao" userId="8a2833ae53b87559" providerId="LiveId" clId="{B90476F3-4A98-4681-8C1E-040265CFE747}" dt="2025-03-06T15:01:52.677" v="205"/>
          <ac:spMkLst>
            <pc:docMk/>
            <pc:sldMk cId="4203247815" sldId="281"/>
            <ac:spMk id="4" creationId="{50066010-5CF2-C4C8-14C7-BFAF07733EE5}"/>
          </ac:spMkLst>
        </pc:spChg>
        <pc:spChg chg="add">
          <ac:chgData name="Eswara Rao" userId="8a2833ae53b87559" providerId="LiveId" clId="{B90476F3-4A98-4681-8C1E-040265CFE747}" dt="2025-03-06T15:01:52.677" v="205"/>
          <ac:spMkLst>
            <pc:docMk/>
            <pc:sldMk cId="4203247815" sldId="281"/>
            <ac:spMk id="5" creationId="{F89235F3-31B0-1440-0C3F-B8B3B9905900}"/>
          </ac:spMkLst>
        </pc:spChg>
        <pc:spChg chg="add">
          <ac:chgData name="Eswara Rao" userId="8a2833ae53b87559" providerId="LiveId" clId="{B90476F3-4A98-4681-8C1E-040265CFE747}" dt="2025-03-06T15:01:52.677" v="205"/>
          <ac:spMkLst>
            <pc:docMk/>
            <pc:sldMk cId="4203247815" sldId="281"/>
            <ac:spMk id="6" creationId="{43103275-5159-6E32-1D05-695E2ED9C815}"/>
          </ac:spMkLst>
        </pc:spChg>
        <pc:spChg chg="add">
          <ac:chgData name="Eswara Rao" userId="8a2833ae53b87559" providerId="LiveId" clId="{B90476F3-4A98-4681-8C1E-040265CFE747}" dt="2025-03-06T15:01:58.820" v="207"/>
          <ac:spMkLst>
            <pc:docMk/>
            <pc:sldMk cId="4203247815" sldId="281"/>
            <ac:spMk id="7" creationId="{AE1E640D-6BEA-3E45-366B-35C7A466D342}"/>
          </ac:spMkLst>
        </pc:spChg>
        <pc:spChg chg="add">
          <ac:chgData name="Eswara Rao" userId="8a2833ae53b87559" providerId="LiveId" clId="{B90476F3-4A98-4681-8C1E-040265CFE747}" dt="2025-03-06T15:01:58.820" v="207"/>
          <ac:spMkLst>
            <pc:docMk/>
            <pc:sldMk cId="4203247815" sldId="281"/>
            <ac:spMk id="8" creationId="{128F1CE9-33F3-C2EE-34AE-45E28138CA6E}"/>
          </ac:spMkLst>
        </pc:spChg>
        <pc:spChg chg="add">
          <ac:chgData name="Eswara Rao" userId="8a2833ae53b87559" providerId="LiveId" clId="{B90476F3-4A98-4681-8C1E-040265CFE747}" dt="2025-03-06T15:01:58.820" v="207"/>
          <ac:spMkLst>
            <pc:docMk/>
            <pc:sldMk cId="4203247815" sldId="281"/>
            <ac:spMk id="9" creationId="{69CC20D9-ABC5-C59A-E255-C6D9AD20768B}"/>
          </ac:spMkLst>
        </pc:spChg>
        <pc:spChg chg="add">
          <ac:chgData name="Eswara Rao" userId="8a2833ae53b87559" providerId="LiveId" clId="{B90476F3-4A98-4681-8C1E-040265CFE747}" dt="2025-03-06T15:02:08.950" v="209"/>
          <ac:spMkLst>
            <pc:docMk/>
            <pc:sldMk cId="4203247815" sldId="281"/>
            <ac:spMk id="10" creationId="{307EC8BC-BE9A-1D3A-D069-636918C07B6E}"/>
          </ac:spMkLst>
        </pc:spChg>
        <pc:spChg chg="add">
          <ac:chgData name="Eswara Rao" userId="8a2833ae53b87559" providerId="LiveId" clId="{B90476F3-4A98-4681-8C1E-040265CFE747}" dt="2025-03-06T15:02:08.950" v="209"/>
          <ac:spMkLst>
            <pc:docMk/>
            <pc:sldMk cId="4203247815" sldId="281"/>
            <ac:spMk id="11" creationId="{6E36348E-57F4-C5F1-AF6D-8EC43F0CC5B7}"/>
          </ac:spMkLst>
        </pc:spChg>
        <pc:spChg chg="add">
          <ac:chgData name="Eswara Rao" userId="8a2833ae53b87559" providerId="LiveId" clId="{B90476F3-4A98-4681-8C1E-040265CFE747}" dt="2025-03-06T15:02:08.950" v="209"/>
          <ac:spMkLst>
            <pc:docMk/>
            <pc:sldMk cId="4203247815" sldId="281"/>
            <ac:spMk id="12" creationId="{FDF407B0-234F-E834-339C-209E90735797}"/>
          </ac:spMkLst>
        </pc:spChg>
      </pc:sldChg>
      <pc:sldChg chg="modSp new mod">
        <pc:chgData name="Eswara Rao" userId="8a2833ae53b87559" providerId="LiveId" clId="{B90476F3-4A98-4681-8C1E-040265CFE747}" dt="2025-03-06T15:05:35.289" v="291" actId="20577"/>
        <pc:sldMkLst>
          <pc:docMk/>
          <pc:sldMk cId="1932439456" sldId="282"/>
        </pc:sldMkLst>
        <pc:spChg chg="mod">
          <ac:chgData name="Eswara Rao" userId="8a2833ae53b87559" providerId="LiveId" clId="{B90476F3-4A98-4681-8C1E-040265CFE747}" dt="2025-03-06T15:04:24.128" v="274" actId="20577"/>
          <ac:spMkLst>
            <pc:docMk/>
            <pc:sldMk cId="1932439456" sldId="282"/>
            <ac:spMk id="2" creationId="{CD75B8A1-FE65-BA44-29C5-D31C7489FDBB}"/>
          </ac:spMkLst>
        </pc:spChg>
        <pc:spChg chg="mod">
          <ac:chgData name="Eswara Rao" userId="8a2833ae53b87559" providerId="LiveId" clId="{B90476F3-4A98-4681-8C1E-040265CFE747}" dt="2025-03-06T15:05:35.289" v="291" actId="20577"/>
          <ac:spMkLst>
            <pc:docMk/>
            <pc:sldMk cId="1932439456" sldId="282"/>
            <ac:spMk id="3" creationId="{1842EBCF-5087-25DF-42B9-127665F48D29}"/>
          </ac:spMkLst>
        </pc:spChg>
      </pc:sldChg>
      <pc:sldChg chg="modSp new mod">
        <pc:chgData name="Eswara Rao" userId="8a2833ae53b87559" providerId="LiveId" clId="{B90476F3-4A98-4681-8C1E-040265CFE747}" dt="2025-03-06T15:06:59.361" v="312" actId="20577"/>
        <pc:sldMkLst>
          <pc:docMk/>
          <pc:sldMk cId="2432834547" sldId="283"/>
        </pc:sldMkLst>
        <pc:spChg chg="mod">
          <ac:chgData name="Eswara Rao" userId="8a2833ae53b87559" providerId="LiveId" clId="{B90476F3-4A98-4681-8C1E-040265CFE747}" dt="2025-03-06T15:06:59.361" v="312" actId="20577"/>
          <ac:spMkLst>
            <pc:docMk/>
            <pc:sldMk cId="2432834547" sldId="283"/>
            <ac:spMk id="3" creationId="{537E9C72-FD03-8AC3-B7C5-73F36E206E74}"/>
          </ac:spMkLst>
        </pc:spChg>
      </pc:sldChg>
      <pc:sldChg chg="addSp delSp modSp new mod">
        <pc:chgData name="Eswara Rao" userId="8a2833ae53b87559" providerId="LiveId" clId="{B90476F3-4A98-4681-8C1E-040265CFE747}" dt="2025-03-06T15:16:26.346" v="359" actId="14100"/>
        <pc:sldMkLst>
          <pc:docMk/>
          <pc:sldMk cId="3136730253" sldId="284"/>
        </pc:sldMkLst>
        <pc:spChg chg="mod">
          <ac:chgData name="Eswara Rao" userId="8a2833ae53b87559" providerId="LiveId" clId="{B90476F3-4A98-4681-8C1E-040265CFE747}" dt="2025-03-06T15:09:37.626" v="316" actId="20577"/>
          <ac:spMkLst>
            <pc:docMk/>
            <pc:sldMk cId="3136730253" sldId="284"/>
            <ac:spMk id="2" creationId="{CDEB4174-B7FD-81E0-925B-39602B058D85}"/>
          </ac:spMkLst>
        </pc:spChg>
        <pc:spChg chg="del">
          <ac:chgData name="Eswara Rao" userId="8a2833ae53b87559" providerId="LiveId" clId="{B90476F3-4A98-4681-8C1E-040265CFE747}" dt="2025-03-06T15:09:15.090" v="314" actId="22"/>
          <ac:spMkLst>
            <pc:docMk/>
            <pc:sldMk cId="3136730253" sldId="284"/>
            <ac:spMk id="3" creationId="{B0318985-ACC0-6935-BD6E-7C5D7295E06F}"/>
          </ac:spMkLst>
        </pc:spChg>
        <pc:spChg chg="add mod">
          <ac:chgData name="Eswara Rao" userId="8a2833ae53b87559" providerId="LiveId" clId="{B90476F3-4A98-4681-8C1E-040265CFE747}" dt="2025-03-06T15:11:34.798" v="336" actId="255"/>
          <ac:spMkLst>
            <pc:docMk/>
            <pc:sldMk cId="3136730253" sldId="284"/>
            <ac:spMk id="7" creationId="{A2DD9D8A-04E8-E796-CFA5-AC7BF4D37916}"/>
          </ac:spMkLst>
        </pc:spChg>
        <pc:graphicFrameChg chg="add mod modGraphic">
          <ac:chgData name="Eswara Rao" userId="8a2833ae53b87559" providerId="LiveId" clId="{B90476F3-4A98-4681-8C1E-040265CFE747}" dt="2025-03-06T15:15:56.756" v="351" actId="14100"/>
          <ac:graphicFrameMkLst>
            <pc:docMk/>
            <pc:sldMk cId="3136730253" sldId="284"/>
            <ac:graphicFrameMk id="8" creationId="{FDCB0B44-637A-9EE2-2955-A716354C937F}"/>
          </ac:graphicFrameMkLst>
        </pc:graphicFrameChg>
        <pc:picChg chg="add del mod ord">
          <ac:chgData name="Eswara Rao" userId="8a2833ae53b87559" providerId="LiveId" clId="{B90476F3-4A98-4681-8C1E-040265CFE747}" dt="2025-03-06T15:09:56.327" v="318" actId="21"/>
          <ac:picMkLst>
            <pc:docMk/>
            <pc:sldMk cId="3136730253" sldId="284"/>
            <ac:picMk id="5" creationId="{1250C29B-1434-6109-FDA5-1ACC7926FE0C}"/>
          </ac:picMkLst>
        </pc:picChg>
        <pc:picChg chg="add mod">
          <ac:chgData name="Eswara Rao" userId="8a2833ae53b87559" providerId="LiveId" clId="{B90476F3-4A98-4681-8C1E-040265CFE747}" dt="2025-03-06T15:16:26.346" v="359" actId="14100"/>
          <ac:picMkLst>
            <pc:docMk/>
            <pc:sldMk cId="3136730253" sldId="284"/>
            <ac:picMk id="9" creationId="{9D3441F6-3C0E-D8CE-3DAB-8EEBACAF0F55}"/>
          </ac:picMkLst>
        </pc:picChg>
      </pc:sldChg>
      <pc:sldChg chg="addSp delSp modSp new del mod">
        <pc:chgData name="Eswara Rao" userId="8a2833ae53b87559" providerId="LiveId" clId="{B90476F3-4A98-4681-8C1E-040265CFE747}" dt="2025-03-06T15:10:34.465" v="329" actId="680"/>
        <pc:sldMkLst>
          <pc:docMk/>
          <pc:sldMk cId="166115405" sldId="285"/>
        </pc:sldMkLst>
        <pc:spChg chg="mod">
          <ac:chgData name="Eswara Rao" userId="8a2833ae53b87559" providerId="LiveId" clId="{B90476F3-4A98-4681-8C1E-040265CFE747}" dt="2025-03-06T15:10:30.394" v="325" actId="14100"/>
          <ac:spMkLst>
            <pc:docMk/>
            <pc:sldMk cId="166115405" sldId="285"/>
            <ac:spMk id="2" creationId="{094A9A01-5582-8E0C-0883-E93FD6632584}"/>
          </ac:spMkLst>
        </pc:spChg>
        <pc:spChg chg="add del">
          <ac:chgData name="Eswara Rao" userId="8a2833ae53b87559" providerId="LiveId" clId="{B90476F3-4A98-4681-8C1E-040265CFE747}" dt="2025-03-06T15:10:33.750" v="328"/>
          <ac:spMkLst>
            <pc:docMk/>
            <pc:sldMk cId="166115405" sldId="285"/>
            <ac:spMk id="3" creationId="{B3109C99-A758-3BA3-256E-6259EA98002E}"/>
          </ac:spMkLst>
        </pc:spChg>
        <pc:picChg chg="add mod">
          <ac:chgData name="Eswara Rao" userId="8a2833ae53b87559" providerId="LiveId" clId="{B90476F3-4A98-4681-8C1E-040265CFE747}" dt="2025-03-06T15:10:33.750" v="328"/>
          <ac:picMkLst>
            <pc:docMk/>
            <pc:sldMk cId="166115405" sldId="285"/>
            <ac:picMk id="5" creationId="{1250C29B-1434-6109-FDA5-1ACC7926FE0C}"/>
          </ac:picMkLst>
        </pc:picChg>
      </pc:sldChg>
      <pc:sldChg chg="addSp modSp new mod">
        <pc:chgData name="Eswara Rao" userId="8a2833ae53b87559" providerId="LiveId" clId="{B90476F3-4A98-4681-8C1E-040265CFE747}" dt="2025-03-06T15:17:55.184" v="368" actId="27636"/>
        <pc:sldMkLst>
          <pc:docMk/>
          <pc:sldMk cId="595963164" sldId="285"/>
        </pc:sldMkLst>
        <pc:spChg chg="mod">
          <ac:chgData name="Eswara Rao" userId="8a2833ae53b87559" providerId="LiveId" clId="{B90476F3-4A98-4681-8C1E-040265CFE747}" dt="2025-03-06T15:17:55.184" v="368" actId="27636"/>
          <ac:spMkLst>
            <pc:docMk/>
            <pc:sldMk cId="595963164" sldId="285"/>
            <ac:spMk id="3" creationId="{BC5001F2-4B69-7EF6-B441-4B6358EE7D4B}"/>
          </ac:spMkLst>
        </pc:spChg>
        <pc:spChg chg="add">
          <ac:chgData name="Eswara Rao" userId="8a2833ae53b87559" providerId="LiveId" clId="{B90476F3-4A98-4681-8C1E-040265CFE747}" dt="2025-03-06T15:17:09.608" v="362"/>
          <ac:spMkLst>
            <pc:docMk/>
            <pc:sldMk cId="595963164" sldId="285"/>
            <ac:spMk id="4" creationId="{4AB3814D-B394-17A6-5A4C-A4FA0B294ECC}"/>
          </ac:spMkLst>
        </pc:spChg>
        <pc:spChg chg="add">
          <ac:chgData name="Eswara Rao" userId="8a2833ae53b87559" providerId="LiveId" clId="{B90476F3-4A98-4681-8C1E-040265CFE747}" dt="2025-03-06T15:17:09.608" v="362"/>
          <ac:spMkLst>
            <pc:docMk/>
            <pc:sldMk cId="595963164" sldId="285"/>
            <ac:spMk id="5" creationId="{3BF4CA0B-9C69-CF7E-BB35-65F8096821DB}"/>
          </ac:spMkLst>
        </pc:spChg>
        <pc:spChg chg="add">
          <ac:chgData name="Eswara Rao" userId="8a2833ae53b87559" providerId="LiveId" clId="{B90476F3-4A98-4681-8C1E-040265CFE747}" dt="2025-03-06T15:17:09.608" v="362"/>
          <ac:spMkLst>
            <pc:docMk/>
            <pc:sldMk cId="595963164" sldId="285"/>
            <ac:spMk id="6" creationId="{7B1203E5-A439-FE7A-76DC-08BBFC2B2AFE}"/>
          </ac:spMkLst>
        </pc:spChg>
      </pc:sldChg>
      <pc:sldChg chg="addSp delSp modSp new del mod">
        <pc:chgData name="Eswara Rao" userId="8a2833ae53b87559" providerId="LiveId" clId="{B90476F3-4A98-4681-8C1E-040265CFE747}" dt="2025-03-06T15:16:46.178" v="360" actId="2696"/>
        <pc:sldMkLst>
          <pc:docMk/>
          <pc:sldMk cId="1581342055" sldId="285"/>
        </pc:sldMkLst>
        <pc:spChg chg="add">
          <ac:chgData name="Eswara Rao" userId="8a2833ae53b87559" providerId="LiveId" clId="{B90476F3-4A98-4681-8C1E-040265CFE747}" dt="2025-03-06T15:14:23.986" v="348"/>
          <ac:spMkLst>
            <pc:docMk/>
            <pc:sldMk cId="1581342055" sldId="285"/>
            <ac:spMk id="3" creationId="{5EB41CE9-2913-6D3F-531D-125FA3A564A2}"/>
          </ac:spMkLst>
        </pc:spChg>
        <pc:spChg chg="add">
          <ac:chgData name="Eswara Rao" userId="8a2833ae53b87559" providerId="LiveId" clId="{B90476F3-4A98-4681-8C1E-040265CFE747}" dt="2025-03-06T15:14:23.986" v="348"/>
          <ac:spMkLst>
            <pc:docMk/>
            <pc:sldMk cId="1581342055" sldId="285"/>
            <ac:spMk id="4" creationId="{609E05ED-1EE0-17AC-CD7B-28712ED7D4D2}"/>
          </ac:spMkLst>
        </pc:spChg>
        <pc:spChg chg="add">
          <ac:chgData name="Eswara Rao" userId="8a2833ae53b87559" providerId="LiveId" clId="{B90476F3-4A98-4681-8C1E-040265CFE747}" dt="2025-03-06T15:14:23.986" v="348"/>
          <ac:spMkLst>
            <pc:docMk/>
            <pc:sldMk cId="1581342055" sldId="285"/>
            <ac:spMk id="5" creationId="{5C6F54C0-CC6B-55A3-0EFD-F0E0685F72FA}"/>
          </ac:spMkLst>
        </pc:spChg>
        <pc:picChg chg="add del mod">
          <ac:chgData name="Eswara Rao" userId="8a2833ae53b87559" providerId="LiveId" clId="{B90476F3-4A98-4681-8C1E-040265CFE747}" dt="2025-03-06T15:15:44.745" v="350" actId="21"/>
          <ac:picMkLst>
            <pc:docMk/>
            <pc:sldMk cId="1581342055" sldId="285"/>
            <ac:picMk id="2" creationId="{DC28E67E-46E2-B719-60E5-C4F8B4B1AE5E}"/>
          </ac:picMkLst>
        </pc:picChg>
      </pc:sldChg>
      <pc:sldChg chg="modSp new mod">
        <pc:chgData name="Eswara Rao" userId="8a2833ae53b87559" providerId="LiveId" clId="{B90476F3-4A98-4681-8C1E-040265CFE747}" dt="2025-03-06T15:24:40.498" v="385" actId="20577"/>
        <pc:sldMkLst>
          <pc:docMk/>
          <pc:sldMk cId="3883311861" sldId="286"/>
        </pc:sldMkLst>
        <pc:spChg chg="mod">
          <ac:chgData name="Eswara Rao" userId="8a2833ae53b87559" providerId="LiveId" clId="{B90476F3-4A98-4681-8C1E-040265CFE747}" dt="2025-03-06T15:18:36.387" v="373" actId="20577"/>
          <ac:spMkLst>
            <pc:docMk/>
            <pc:sldMk cId="3883311861" sldId="286"/>
            <ac:spMk id="2" creationId="{09697529-03B5-504A-D177-217AEFC34DFF}"/>
          </ac:spMkLst>
        </pc:spChg>
        <pc:spChg chg="mod">
          <ac:chgData name="Eswara Rao" userId="8a2833ae53b87559" providerId="LiveId" clId="{B90476F3-4A98-4681-8C1E-040265CFE747}" dt="2025-03-06T15:24:40.498" v="385" actId="20577"/>
          <ac:spMkLst>
            <pc:docMk/>
            <pc:sldMk cId="3883311861" sldId="286"/>
            <ac:spMk id="3" creationId="{05175FF5-E260-34AC-D691-7D2F5325426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63CD5-4587-2444-8186-B67CB88AAB8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IN"/>
          </a:p>
        </p:txBody>
      </p:sp>
      <p:sp>
        <p:nvSpPr>
          <p:cNvPr id="3" name="Subtitle 2">
            <a:extLst>
              <a:ext uri="{FF2B5EF4-FFF2-40B4-BE49-F238E27FC236}">
                <a16:creationId xmlns:a16="http://schemas.microsoft.com/office/drawing/2014/main" id="{C8A374FF-B6B6-30C0-4CD3-0BC8CBC796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IN"/>
          </a:p>
        </p:txBody>
      </p:sp>
      <p:sp>
        <p:nvSpPr>
          <p:cNvPr id="4" name="Date Placeholder 3">
            <a:extLst>
              <a:ext uri="{FF2B5EF4-FFF2-40B4-BE49-F238E27FC236}">
                <a16:creationId xmlns:a16="http://schemas.microsoft.com/office/drawing/2014/main" id="{38DC0E9E-66E7-AEE7-E86E-79B5AD1AF7BA}"/>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5" name="Footer Placeholder 4">
            <a:extLst>
              <a:ext uri="{FF2B5EF4-FFF2-40B4-BE49-F238E27FC236}">
                <a16:creationId xmlns:a16="http://schemas.microsoft.com/office/drawing/2014/main" id="{8572054E-B96D-CBEE-AD07-788555DE74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793057-88F0-FAB1-65A6-2F646458A152}"/>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425078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B7D79-3605-5956-50E1-CFFDF2BA1ACD}"/>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271DAFFF-7F6E-7F48-20CE-DEF86535849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117C5404-2770-90FB-54F1-2AE976E65E4B}"/>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5" name="Footer Placeholder 4">
            <a:extLst>
              <a:ext uri="{FF2B5EF4-FFF2-40B4-BE49-F238E27FC236}">
                <a16:creationId xmlns:a16="http://schemas.microsoft.com/office/drawing/2014/main" id="{F0EFF3FC-6B7D-A7BF-C7C7-855A52BEE0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F8ACA-E501-C970-BFBA-FB46703A27FC}"/>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463675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27E1A-232E-63C0-3832-6298907925E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IN"/>
          </a:p>
        </p:txBody>
      </p:sp>
      <p:sp>
        <p:nvSpPr>
          <p:cNvPr id="3" name="Text Placeholder 2">
            <a:extLst>
              <a:ext uri="{FF2B5EF4-FFF2-40B4-BE49-F238E27FC236}">
                <a16:creationId xmlns:a16="http://schemas.microsoft.com/office/drawing/2014/main" id="{16A780C0-2C36-BD1E-CDF5-680577142C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0719C1A-8A51-2A07-B947-014D1298E50D}"/>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5" name="Footer Placeholder 4">
            <a:extLst>
              <a:ext uri="{FF2B5EF4-FFF2-40B4-BE49-F238E27FC236}">
                <a16:creationId xmlns:a16="http://schemas.microsoft.com/office/drawing/2014/main" id="{3C408DD1-EF3C-2DE7-FB6F-65C35CBE2A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839D4A-DEA5-39FB-F181-C1847D3A2EBD}"/>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117047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3BCEA-C6BF-CEC8-59D4-790EA086D2D4}"/>
              </a:ext>
            </a:extLst>
          </p:cNvPr>
          <p:cNvSpPr>
            <a:spLocks noGrp="1"/>
          </p:cNvSpPr>
          <p:nvPr>
            <p:ph type="title"/>
          </p:nvPr>
        </p:nvSpPr>
        <p:spPr/>
        <p:txBody>
          <a:bodyPr/>
          <a:lstStyle/>
          <a:p>
            <a:r>
              <a:rPr lang="en-GB"/>
              <a:t>Click to edit Master title style</a:t>
            </a:r>
            <a:endParaRPr lang="en-IN"/>
          </a:p>
        </p:txBody>
      </p:sp>
      <p:sp>
        <p:nvSpPr>
          <p:cNvPr id="3" name="Content Placeholder 2">
            <a:extLst>
              <a:ext uri="{FF2B5EF4-FFF2-40B4-BE49-F238E27FC236}">
                <a16:creationId xmlns:a16="http://schemas.microsoft.com/office/drawing/2014/main" id="{624C73CC-4623-B330-F53E-F42966AE1AF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Content Placeholder 3">
            <a:extLst>
              <a:ext uri="{FF2B5EF4-FFF2-40B4-BE49-F238E27FC236}">
                <a16:creationId xmlns:a16="http://schemas.microsoft.com/office/drawing/2014/main" id="{5D4FBA56-294B-5002-086D-D840C43EE1F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Date Placeholder 4">
            <a:extLst>
              <a:ext uri="{FF2B5EF4-FFF2-40B4-BE49-F238E27FC236}">
                <a16:creationId xmlns:a16="http://schemas.microsoft.com/office/drawing/2014/main" id="{B47996B1-8749-4F5A-30D8-F81F80125088}"/>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6" name="Footer Placeholder 5">
            <a:extLst>
              <a:ext uri="{FF2B5EF4-FFF2-40B4-BE49-F238E27FC236}">
                <a16:creationId xmlns:a16="http://schemas.microsoft.com/office/drawing/2014/main" id="{117F22D5-7BA9-8F99-82A7-EB87A7FF93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38F73B-932E-8E8F-2059-7D6FE62637A2}"/>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2360953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75C09-84B3-8C60-A4DB-B18029AA9019}"/>
              </a:ext>
            </a:extLst>
          </p:cNvPr>
          <p:cNvSpPr>
            <a:spLocks noGrp="1"/>
          </p:cNvSpPr>
          <p:nvPr>
            <p:ph type="title"/>
          </p:nvPr>
        </p:nvSpPr>
        <p:spPr>
          <a:xfrm>
            <a:off x="839788" y="365125"/>
            <a:ext cx="10515600" cy="1325563"/>
          </a:xfrm>
        </p:spPr>
        <p:txBody>
          <a:bodyPr/>
          <a:lstStyle/>
          <a:p>
            <a:r>
              <a:rPr lang="en-GB"/>
              <a:t>Click to edit Master title style</a:t>
            </a:r>
            <a:endParaRPr lang="en-IN"/>
          </a:p>
        </p:txBody>
      </p:sp>
      <p:sp>
        <p:nvSpPr>
          <p:cNvPr id="3" name="Text Placeholder 2">
            <a:extLst>
              <a:ext uri="{FF2B5EF4-FFF2-40B4-BE49-F238E27FC236}">
                <a16:creationId xmlns:a16="http://schemas.microsoft.com/office/drawing/2014/main" id="{35A1E43B-C4C4-DA71-5F45-C6263DE468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3FB0431-B773-53FB-5EDE-FDAA06F5E8C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5" name="Text Placeholder 4">
            <a:extLst>
              <a:ext uri="{FF2B5EF4-FFF2-40B4-BE49-F238E27FC236}">
                <a16:creationId xmlns:a16="http://schemas.microsoft.com/office/drawing/2014/main" id="{174E2D21-00F1-51C8-2FAF-27F9BAC067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0A5F2E6-C388-8DB3-F564-B88AD1884B7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7" name="Date Placeholder 6">
            <a:extLst>
              <a:ext uri="{FF2B5EF4-FFF2-40B4-BE49-F238E27FC236}">
                <a16:creationId xmlns:a16="http://schemas.microsoft.com/office/drawing/2014/main" id="{6F31B6A6-1D65-5FF2-1FBE-66A365233D40}"/>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8" name="Footer Placeholder 7">
            <a:extLst>
              <a:ext uri="{FF2B5EF4-FFF2-40B4-BE49-F238E27FC236}">
                <a16:creationId xmlns:a16="http://schemas.microsoft.com/office/drawing/2014/main" id="{6314AAA8-43BA-F738-8B14-F886CA93EBD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1BA0E65-A989-8FD2-67FC-ED5A054EC9D6}"/>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21148507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26944-9FDE-C6F9-EA5B-51BCAC9DC4EA}"/>
              </a:ext>
            </a:extLst>
          </p:cNvPr>
          <p:cNvSpPr>
            <a:spLocks noGrp="1"/>
          </p:cNvSpPr>
          <p:nvPr>
            <p:ph type="title"/>
          </p:nvPr>
        </p:nvSpPr>
        <p:spPr/>
        <p:txBody>
          <a:bodyPr/>
          <a:lstStyle/>
          <a:p>
            <a:r>
              <a:rPr lang="en-GB"/>
              <a:t>Click to edit Master title style</a:t>
            </a:r>
            <a:endParaRPr lang="en-IN"/>
          </a:p>
        </p:txBody>
      </p:sp>
      <p:sp>
        <p:nvSpPr>
          <p:cNvPr id="3" name="Date Placeholder 2">
            <a:extLst>
              <a:ext uri="{FF2B5EF4-FFF2-40B4-BE49-F238E27FC236}">
                <a16:creationId xmlns:a16="http://schemas.microsoft.com/office/drawing/2014/main" id="{C64AFDD8-0CAB-9287-FFBE-02B570C2BC35}"/>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4" name="Footer Placeholder 3">
            <a:extLst>
              <a:ext uri="{FF2B5EF4-FFF2-40B4-BE49-F238E27FC236}">
                <a16:creationId xmlns:a16="http://schemas.microsoft.com/office/drawing/2014/main" id="{2FF25A2C-2733-C822-3DF1-D35D31FDDE9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238A07-D8EB-3BE4-AED8-5ABD4643C680}"/>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768823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39DC7-6409-8933-1CDB-0B2063370618}"/>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3" name="Footer Placeholder 2">
            <a:extLst>
              <a:ext uri="{FF2B5EF4-FFF2-40B4-BE49-F238E27FC236}">
                <a16:creationId xmlns:a16="http://schemas.microsoft.com/office/drawing/2014/main" id="{CF4F198D-0576-F883-548F-AB7E5089739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57457E-A675-3D3D-05FF-1532E1D72DBC}"/>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423789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E147F-6221-3072-D988-35318A55104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Content Placeholder 2">
            <a:extLst>
              <a:ext uri="{FF2B5EF4-FFF2-40B4-BE49-F238E27FC236}">
                <a16:creationId xmlns:a16="http://schemas.microsoft.com/office/drawing/2014/main" id="{46C01C2B-927E-212E-5DCD-3B786E0EBD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Text Placeholder 3">
            <a:extLst>
              <a:ext uri="{FF2B5EF4-FFF2-40B4-BE49-F238E27FC236}">
                <a16:creationId xmlns:a16="http://schemas.microsoft.com/office/drawing/2014/main" id="{FDBF4049-0B00-4380-B959-0DA3599E5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D32F4E2-9FBA-C727-0CFC-97F975488908}"/>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6" name="Footer Placeholder 5">
            <a:extLst>
              <a:ext uri="{FF2B5EF4-FFF2-40B4-BE49-F238E27FC236}">
                <a16:creationId xmlns:a16="http://schemas.microsoft.com/office/drawing/2014/main" id="{F3F8D430-7DCA-A9FF-43D1-FCA8E3046E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1BF46F-39D7-97E5-3646-214C717C1A85}"/>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1555710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9EB46-E74D-5592-34CA-DED9DB1D602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IN"/>
          </a:p>
        </p:txBody>
      </p:sp>
      <p:sp>
        <p:nvSpPr>
          <p:cNvPr id="3" name="Picture Placeholder 2">
            <a:extLst>
              <a:ext uri="{FF2B5EF4-FFF2-40B4-BE49-F238E27FC236}">
                <a16:creationId xmlns:a16="http://schemas.microsoft.com/office/drawing/2014/main" id="{22302B0C-CF44-E8BA-F8CE-D2C36FC9A9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D9838C-9BD5-262B-D49A-A3D8A48DD9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4A93915-2B81-D819-33B3-3CDAC02B0F39}"/>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6" name="Footer Placeholder 5">
            <a:extLst>
              <a:ext uri="{FF2B5EF4-FFF2-40B4-BE49-F238E27FC236}">
                <a16:creationId xmlns:a16="http://schemas.microsoft.com/office/drawing/2014/main" id="{82B05F44-12FF-4594-5782-E2318FC583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C965CB0-5DA4-9F85-E518-3E102B613B37}"/>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108682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71D84-7C4C-9333-569A-13327AEEC415}"/>
              </a:ext>
            </a:extLst>
          </p:cNvPr>
          <p:cNvSpPr>
            <a:spLocks noGrp="1"/>
          </p:cNvSpPr>
          <p:nvPr>
            <p:ph type="title"/>
          </p:nvPr>
        </p:nvSpPr>
        <p:spPr/>
        <p:txBody>
          <a:bodyPr/>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53E93AA7-4599-CDDD-BC9C-60038B28C0F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12475350-E4EB-3002-F17F-E6D1F3CC4419}"/>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5" name="Footer Placeholder 4">
            <a:extLst>
              <a:ext uri="{FF2B5EF4-FFF2-40B4-BE49-F238E27FC236}">
                <a16:creationId xmlns:a16="http://schemas.microsoft.com/office/drawing/2014/main" id="{F703DE80-C3ED-62A1-F7A9-6D4E066818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9CC7EB-2A58-E547-4EA6-9DD9B568C430}"/>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1495933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FC3303-D582-48E0-5BFA-FF59000427D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IN"/>
          </a:p>
        </p:txBody>
      </p:sp>
      <p:sp>
        <p:nvSpPr>
          <p:cNvPr id="3" name="Vertical Text Placeholder 2">
            <a:extLst>
              <a:ext uri="{FF2B5EF4-FFF2-40B4-BE49-F238E27FC236}">
                <a16:creationId xmlns:a16="http://schemas.microsoft.com/office/drawing/2014/main" id="{D2D77CAE-4103-7C8A-40DB-B13E67EA90F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E7D05E60-4095-7A13-3874-9EC19170DF72}"/>
              </a:ext>
            </a:extLst>
          </p:cNvPr>
          <p:cNvSpPr>
            <a:spLocks noGrp="1"/>
          </p:cNvSpPr>
          <p:nvPr>
            <p:ph type="dt" sz="half" idx="10"/>
          </p:nvPr>
        </p:nvSpPr>
        <p:spPr/>
        <p:txBody>
          <a:bodyPr/>
          <a:lstStyle/>
          <a:p>
            <a:fld id="{ED6B3755-B4ED-4571-AEFF-60F89DB00F49}" type="datetimeFigureOut">
              <a:rPr lang="en-IN" smtClean="0"/>
              <a:t>06-03-2025</a:t>
            </a:fld>
            <a:endParaRPr lang="en-IN"/>
          </a:p>
        </p:txBody>
      </p:sp>
      <p:sp>
        <p:nvSpPr>
          <p:cNvPr id="5" name="Footer Placeholder 4">
            <a:extLst>
              <a:ext uri="{FF2B5EF4-FFF2-40B4-BE49-F238E27FC236}">
                <a16:creationId xmlns:a16="http://schemas.microsoft.com/office/drawing/2014/main" id="{574DAFB7-B142-237F-1394-E1390B0760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E93E43-040C-660E-0BD2-246F644926A7}"/>
              </a:ext>
            </a:extLst>
          </p:cNvPr>
          <p:cNvSpPr>
            <a:spLocks noGrp="1"/>
          </p:cNvSpPr>
          <p:nvPr>
            <p:ph type="sldNum" sz="quarter" idx="12"/>
          </p:nvPr>
        </p:nvSpPr>
        <p:spPr/>
        <p:txBody>
          <a:bodyPr/>
          <a:lstStyle/>
          <a:p>
            <a:fld id="{AFDE5350-42A8-4280-A137-F0DC1D96F949}" type="slidenum">
              <a:rPr lang="en-IN" smtClean="0"/>
              <a:t>‹#›</a:t>
            </a:fld>
            <a:endParaRPr lang="en-IN"/>
          </a:p>
        </p:txBody>
      </p:sp>
    </p:spTree>
    <p:extLst>
      <p:ext uri="{BB962C8B-B14F-4D97-AF65-F5344CB8AC3E}">
        <p14:creationId xmlns:p14="http://schemas.microsoft.com/office/powerpoint/2010/main" val="2894953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C33D10-D484-34EF-841B-80CFB4FB46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IN"/>
          </a:p>
        </p:txBody>
      </p:sp>
      <p:sp>
        <p:nvSpPr>
          <p:cNvPr id="3" name="Text Placeholder 2">
            <a:extLst>
              <a:ext uri="{FF2B5EF4-FFF2-40B4-BE49-F238E27FC236}">
                <a16:creationId xmlns:a16="http://schemas.microsoft.com/office/drawing/2014/main" id="{8D985162-CFF4-981D-1C9C-60AE8EEAC5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N"/>
          </a:p>
        </p:txBody>
      </p:sp>
      <p:sp>
        <p:nvSpPr>
          <p:cNvPr id="4" name="Date Placeholder 3">
            <a:extLst>
              <a:ext uri="{FF2B5EF4-FFF2-40B4-BE49-F238E27FC236}">
                <a16:creationId xmlns:a16="http://schemas.microsoft.com/office/drawing/2014/main" id="{DEDBC284-A297-F70E-E201-AFB39957E5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6B3755-B4ED-4571-AEFF-60F89DB00F49}" type="datetimeFigureOut">
              <a:rPr lang="en-IN" smtClean="0"/>
              <a:t>06-03-2025</a:t>
            </a:fld>
            <a:endParaRPr lang="en-IN"/>
          </a:p>
        </p:txBody>
      </p:sp>
      <p:sp>
        <p:nvSpPr>
          <p:cNvPr id="5" name="Footer Placeholder 4">
            <a:extLst>
              <a:ext uri="{FF2B5EF4-FFF2-40B4-BE49-F238E27FC236}">
                <a16:creationId xmlns:a16="http://schemas.microsoft.com/office/drawing/2014/main" id="{2E60ED85-7FC8-CE5B-6A53-24F7DD74A9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53847DF-8126-6497-7D25-DA0C177B37B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FDE5350-42A8-4280-A137-F0DC1D96F949}" type="slidenum">
              <a:rPr lang="en-IN" smtClean="0"/>
              <a:t>‹#›</a:t>
            </a:fld>
            <a:endParaRPr lang="en-IN"/>
          </a:p>
        </p:txBody>
      </p:sp>
    </p:spTree>
    <p:extLst>
      <p:ext uri="{BB962C8B-B14F-4D97-AF65-F5344CB8AC3E}">
        <p14:creationId xmlns:p14="http://schemas.microsoft.com/office/powerpoint/2010/main" val="2824330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3E0AD-8A35-A38E-FD06-CA6842FB9710}"/>
              </a:ext>
            </a:extLst>
          </p:cNvPr>
          <p:cNvSpPr>
            <a:spLocks noGrp="1"/>
          </p:cNvSpPr>
          <p:nvPr>
            <p:ph type="ctrTitle"/>
          </p:nvPr>
        </p:nvSpPr>
        <p:spPr>
          <a:xfrm>
            <a:off x="1524000" y="1122362"/>
            <a:ext cx="9144000" cy="4324709"/>
          </a:xfrm>
        </p:spPr>
        <p:txBody>
          <a:bodyPr>
            <a:normAutofit fontScale="90000"/>
          </a:bodyPr>
          <a:lstStyle/>
          <a:p>
            <a:r>
              <a:rPr lang="en-GB" b="1" dirty="0">
                <a:latin typeface="Times New Roman" panose="02020603050405020304" pitchFamily="18" charset="0"/>
                <a:cs typeface="Times New Roman" panose="02020603050405020304" pitchFamily="18" charset="0"/>
              </a:rPr>
              <a:t>CROP RECOMMENDATION SYSTEM </a:t>
            </a:r>
            <a:r>
              <a:rPr lang="en-GB" b="1">
                <a:latin typeface="Times New Roman" panose="02020603050405020304" pitchFamily="18" charset="0"/>
                <a:cs typeface="Times New Roman" panose="02020603050405020304" pitchFamily="18" charset="0"/>
              </a:rPr>
              <a:t>USING MACHINE  LEARNING USING K-NEAREST NEIGHBORS </a:t>
            </a:r>
            <a:r>
              <a:rPr lang="en-GB" b="1" dirty="0">
                <a:latin typeface="Times New Roman" panose="02020603050405020304" pitchFamily="18" charset="0"/>
                <a:cs typeface="Times New Roman" panose="02020603050405020304" pitchFamily="18" charset="0"/>
              </a:rPr>
              <a:t>ALGORITHM)</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5853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C99AD-6790-5287-56EA-8D9B13EF6C17}"/>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C140284-D83E-D965-5A13-900BBABC3CB8}"/>
              </a:ext>
            </a:extLst>
          </p:cNvPr>
          <p:cNvSpPr>
            <a:spLocks noGrp="1"/>
          </p:cNvSpPr>
          <p:nvPr>
            <p:ph idx="1"/>
          </p:nvPr>
        </p:nvSpPr>
        <p:spPr/>
        <p:txBody>
          <a:bodyPr>
            <a:normAutofit/>
          </a:bodyPr>
          <a:lstStyle/>
          <a:p>
            <a:pPr rtl="0">
              <a:spcAft>
                <a:spcPts val="800"/>
              </a:spcAft>
            </a:pPr>
            <a:r>
              <a:rPr lang="en-GB" sz="2000" b="0" i="0" u="none" strike="noStrike" dirty="0">
                <a:solidFill>
                  <a:srgbClr val="000000"/>
                </a:solidFill>
                <a:effectLst/>
                <a:latin typeface="Times New Roman" panose="02020603050405020304" pitchFamily="18" charset="0"/>
                <a:cs typeface="Times New Roman" panose="02020603050405020304" pitchFamily="18" charset="0"/>
              </a:rPr>
              <a:t>Agriculture is the primary source of livelihood for 58% of the global population, yet many farmers rely on intuition rather than data to select crops, often leading to inefficient yields and financial losses. To address this challenge, we propose a machine learning-based solution that recommends the most suitable crops based on environmental conditions and soil fertility. Our approach utilizes various machine learning algorithms, including Random Forest, Support Vector Machine, K-Nearest Neighbours (KNN), Naive Bayes, and Decision Tree models, to predict the optimal crops for given conditions. The system takes into account factors like temperature, rainfall, humidity, soil pH, and nutrient levels, which are correlated with crop yields.</a:t>
            </a:r>
            <a:endParaRPr lang="en-GB" sz="2000" b="0" dirty="0">
              <a:effectLst/>
              <a:latin typeface="Times New Roman" panose="02020603050405020304" pitchFamily="18" charset="0"/>
              <a:cs typeface="Times New Roman" panose="02020603050405020304" pitchFamily="18" charset="0"/>
            </a:endParaRPr>
          </a:p>
          <a:p>
            <a:pPr rtl="0">
              <a:spcAft>
                <a:spcPts val="800"/>
              </a:spcAft>
            </a:pPr>
            <a:r>
              <a:rPr lang="en-GB" sz="2000" b="0" i="0" u="none" strike="noStrike" dirty="0">
                <a:solidFill>
                  <a:srgbClr val="000000"/>
                </a:solidFill>
                <a:effectLst/>
                <a:latin typeface="Times New Roman" panose="02020603050405020304" pitchFamily="18" charset="0"/>
                <a:cs typeface="Times New Roman" panose="02020603050405020304" pitchFamily="18" charset="0"/>
              </a:rPr>
              <a:t>We have developed a user-friendly interface using Python, where farmers can input their location and environmental data such as temperature and humidity. The system then suggests the best crops suited to their specific conditions. The models are trained on historical datasets sourced from platforms like Kaggle and the Food and Agriculture Organization of India, ensuring accurate and localized recommendations.</a:t>
            </a:r>
            <a:br>
              <a:rPr lang="en-GB"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451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5D215-9545-17AA-6E0E-9936FCC88034}"/>
              </a:ext>
            </a:extLst>
          </p:cNvPr>
          <p:cNvSpPr>
            <a:spLocks noGrp="1"/>
          </p:cNvSpPr>
          <p:nvPr>
            <p:ph type="title"/>
          </p:nvPr>
        </p:nvSpPr>
        <p:spPr/>
        <p:txBody>
          <a:bodyPr>
            <a:normAutofit fontScale="90000"/>
          </a:bodyPr>
          <a:lstStyle/>
          <a:p>
            <a:r>
              <a:rPr lang="en-GB" b="1" dirty="0">
                <a:latin typeface="Times New Roman" panose="02020603050405020304" pitchFamily="18" charset="0"/>
                <a:cs typeface="Times New Roman" panose="02020603050405020304" pitchFamily="18" charset="0"/>
              </a:rPr>
              <a:t>1.LITERATURE SURVEY-</a:t>
            </a:r>
            <a:r>
              <a:rPr lang="en-GB" sz="4000" b="1" dirty="0">
                <a:latin typeface="Times New Roman" panose="02020603050405020304" pitchFamily="18" charset="0"/>
                <a:cs typeface="Times New Roman" panose="02020603050405020304" pitchFamily="18" charset="0"/>
              </a:rPr>
              <a:t>Enhancing Agricultural Productivity: A Machine Learning Approach to Crop Recommendations</a:t>
            </a:r>
            <a:endParaRPr lang="en-IN" sz="40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CDC4ADC1-BE71-A439-D42D-A992C2CF9820}"/>
              </a:ext>
            </a:extLst>
          </p:cNvPr>
          <p:cNvGraphicFramePr>
            <a:graphicFrameLocks noGrp="1"/>
          </p:cNvGraphicFramePr>
          <p:nvPr>
            <p:ph idx="1"/>
            <p:extLst>
              <p:ext uri="{D42A27DB-BD31-4B8C-83A1-F6EECF244321}">
                <p14:modId xmlns:p14="http://schemas.microsoft.com/office/powerpoint/2010/main" val="636474249"/>
              </p:ext>
            </p:extLst>
          </p:nvPr>
        </p:nvGraphicFramePr>
        <p:xfrm>
          <a:off x="838200" y="1825624"/>
          <a:ext cx="10515600" cy="4237245"/>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505741199"/>
                    </a:ext>
                  </a:extLst>
                </a:gridCol>
                <a:gridCol w="5257800">
                  <a:extLst>
                    <a:ext uri="{9D8B030D-6E8A-4147-A177-3AD203B41FA5}">
                      <a16:colId xmlns:a16="http://schemas.microsoft.com/office/drawing/2014/main" val="4231238957"/>
                    </a:ext>
                  </a:extLst>
                </a:gridCol>
              </a:tblGrid>
              <a:tr h="816145">
                <a:tc>
                  <a:txBody>
                    <a:bodyPr/>
                    <a:lstStyle/>
                    <a:p>
                      <a:r>
                        <a:rPr lang="en-IN" dirty="0"/>
                        <a:t>Algorithm/Architecture and Models</a:t>
                      </a:r>
                    </a:p>
                  </a:txBody>
                  <a:tcPr/>
                </a:tc>
                <a:tc>
                  <a:txBody>
                    <a:bodyPr/>
                    <a:lstStyle/>
                    <a:p>
                      <a:r>
                        <a:rPr lang="en-IN" dirty="0"/>
                        <a:t>Results &amp; Key Findings</a:t>
                      </a:r>
                    </a:p>
                  </a:txBody>
                  <a:tcPr/>
                </a:tc>
                <a:extLst>
                  <a:ext uri="{0D108BD9-81ED-4DB2-BD59-A6C34878D82A}">
                    <a16:rowId xmlns:a16="http://schemas.microsoft.com/office/drawing/2014/main" val="4038592288"/>
                  </a:ext>
                </a:extLst>
              </a:tr>
              <a:tr h="2012412">
                <a:tc>
                  <a:txBody>
                    <a:bodyPr/>
                    <a:lstStyle/>
                    <a:p>
                      <a:r>
                        <a:rPr lang="en-GB" dirty="0"/>
                        <a:t>Logistic Regression, Support Vector Machine, K-Nearest </a:t>
                      </a:r>
                      <a:r>
                        <a:rPr lang="en-GB" dirty="0" err="1"/>
                        <a:t>Neighbors</a:t>
                      </a:r>
                      <a:r>
                        <a:rPr lang="en-GB" dirty="0"/>
                        <a:t>, Decision Tree, Random Forest, Bagging, AdaBoost, Gradient Boosting, Extra Trees.</a:t>
                      </a:r>
                      <a:endParaRPr lang="en-IN" dirty="0"/>
                    </a:p>
                  </a:txBody>
                  <a:tcPr/>
                </a:tc>
                <a:tc>
                  <a:txBody>
                    <a:bodyPr/>
                    <a:lstStyle/>
                    <a:p>
                      <a:r>
                        <a:rPr lang="en-GB" dirty="0"/>
                        <a:t>Random Forest achieved the highest accuracy of 99.31%, showcasing superior performance compared to other models.</a:t>
                      </a:r>
                      <a:endParaRPr lang="en-IN" dirty="0"/>
                    </a:p>
                  </a:txBody>
                  <a:tcPr/>
                </a:tc>
                <a:extLst>
                  <a:ext uri="{0D108BD9-81ED-4DB2-BD59-A6C34878D82A}">
                    <a16:rowId xmlns:a16="http://schemas.microsoft.com/office/drawing/2014/main" val="2456698213"/>
                  </a:ext>
                </a:extLst>
              </a:tr>
              <a:tr h="1408688">
                <a:tc>
                  <a:txBody>
                    <a:bodyPr/>
                    <a:lstStyle/>
                    <a:p>
                      <a:r>
                        <a:rPr lang="en-GB" dirty="0"/>
                        <a:t>Data preprocessing included normalization, cleansing, and cross-validation.</a:t>
                      </a:r>
                      <a:endParaRPr lang="en-IN" dirty="0"/>
                    </a:p>
                  </a:txBody>
                  <a:tcPr/>
                </a:tc>
                <a:tc>
                  <a:txBody>
                    <a:bodyPr/>
                    <a:lstStyle/>
                    <a:p>
                      <a:r>
                        <a:rPr lang="en-GB" dirty="0"/>
                        <a:t>The system provided robust crop recommendations tailored to specific soil and climate conditions.</a:t>
                      </a:r>
                      <a:endParaRPr lang="en-IN" dirty="0"/>
                    </a:p>
                  </a:txBody>
                  <a:tcPr/>
                </a:tc>
                <a:extLst>
                  <a:ext uri="{0D108BD9-81ED-4DB2-BD59-A6C34878D82A}">
                    <a16:rowId xmlns:a16="http://schemas.microsoft.com/office/drawing/2014/main" val="409203546"/>
                  </a:ext>
                </a:extLst>
              </a:tr>
            </a:tbl>
          </a:graphicData>
        </a:graphic>
      </p:graphicFrame>
    </p:spTree>
    <p:extLst>
      <p:ext uri="{BB962C8B-B14F-4D97-AF65-F5344CB8AC3E}">
        <p14:creationId xmlns:p14="http://schemas.microsoft.com/office/powerpoint/2010/main" val="1838069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9631B-B26C-D123-5364-069E4EF9DA85}"/>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MERITS AND DEMERITS</a:t>
            </a:r>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67960DA-9EB1-5126-CEA9-76565C1FC122}"/>
              </a:ext>
            </a:extLst>
          </p:cNvPr>
          <p:cNvSpPr>
            <a:spLocks noGrp="1"/>
          </p:cNvSpPr>
          <p:nvPr>
            <p:ph sz="half" idx="2"/>
          </p:nvPr>
        </p:nvSpPr>
        <p:spPr/>
        <p:txBody>
          <a:bodyPr/>
          <a:lstStyle/>
          <a:p>
            <a:pPr marL="0" indent="0">
              <a:buNone/>
            </a:pPr>
            <a:r>
              <a:rPr lang="en-GB" b="1" dirty="0"/>
              <a:t>Demerits</a:t>
            </a:r>
            <a:r>
              <a:rPr lang="en-GB" dirty="0"/>
              <a:t>:</a:t>
            </a:r>
          </a:p>
          <a:p>
            <a:pPr marL="742950" lvl="1" indent="-285750">
              <a:buFont typeface="Arial" panose="020B0604020202020204" pitchFamily="34" charset="0"/>
              <a:buChar char="•"/>
            </a:pPr>
            <a:r>
              <a:rPr lang="en-GB" dirty="0"/>
              <a:t>Computationally intensive due to the training of nine ML models simultaneously.</a:t>
            </a:r>
          </a:p>
          <a:p>
            <a:pPr marL="742950" lvl="1" indent="-285750">
              <a:buFont typeface="Arial" panose="020B0604020202020204" pitchFamily="34" charset="0"/>
              <a:buChar char="•"/>
            </a:pPr>
            <a:r>
              <a:rPr lang="en-GB" dirty="0"/>
              <a:t>Potential overfitting with complex ensemble models.</a:t>
            </a:r>
          </a:p>
          <a:p>
            <a:endParaRPr lang="en-IN" dirty="0"/>
          </a:p>
        </p:txBody>
      </p:sp>
      <p:sp>
        <p:nvSpPr>
          <p:cNvPr id="5" name="Rectangle 1">
            <a:extLst>
              <a:ext uri="{FF2B5EF4-FFF2-40B4-BE49-F238E27FC236}">
                <a16:creationId xmlns:a16="http://schemas.microsoft.com/office/drawing/2014/main" id="{A98722E4-2DA3-9386-4442-033135EAFE7A}"/>
              </a:ext>
            </a:extLst>
          </p:cNvPr>
          <p:cNvSpPr>
            <a:spLocks noGrp="1" noChangeArrowheads="1"/>
          </p:cNvSpPr>
          <p:nvPr>
            <p:ph sz="half" idx="1"/>
          </p:nvPr>
        </p:nvSpPr>
        <p:spPr bwMode="auto">
          <a:xfrm>
            <a:off x="838199" y="1415971"/>
            <a:ext cx="5181601"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Arial" panose="020B0604020202020204" pitchFamily="34" charset="0"/>
              </a:rPr>
              <a:t>Merits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High accuracy (Random Forest achieved 99.31%) in crop recommendations.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Incorporates multiple ML models (e.g., LR, SVM, RF, etc.) for diverse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Robust system with a focus on feature selection and data preprocessing.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Effective in identifying relationships between soil nutrients and climatic factors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63508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88070-E8AF-6216-CDFF-AD8129E647C3}"/>
              </a:ext>
            </a:extLst>
          </p:cNvPr>
          <p:cNvSpPr>
            <a:spLocks noGrp="1"/>
          </p:cNvSpPr>
          <p:nvPr>
            <p:ph type="title"/>
          </p:nvPr>
        </p:nvSpPr>
        <p:spPr/>
        <p:txBody>
          <a:bodyPr/>
          <a:lstStyle/>
          <a:p>
            <a:r>
              <a:rPr lang="en-GB" dirty="0"/>
              <a:t>DIAGRAM</a:t>
            </a:r>
            <a:endParaRPr lang="en-IN" dirty="0"/>
          </a:p>
        </p:txBody>
      </p:sp>
      <p:pic>
        <p:nvPicPr>
          <p:cNvPr id="5" name="Content Placeholder 4">
            <a:extLst>
              <a:ext uri="{FF2B5EF4-FFF2-40B4-BE49-F238E27FC236}">
                <a16:creationId xmlns:a16="http://schemas.microsoft.com/office/drawing/2014/main" id="{6A87F383-4098-7882-ED86-D48F60BB2CBF}"/>
              </a:ext>
            </a:extLst>
          </p:cNvPr>
          <p:cNvPicPr>
            <a:picLocks noGrp="1" noChangeAspect="1"/>
          </p:cNvPicPr>
          <p:nvPr>
            <p:ph idx="1"/>
          </p:nvPr>
        </p:nvPicPr>
        <p:blipFill>
          <a:blip r:embed="rId2"/>
          <a:stretch>
            <a:fillRect/>
          </a:stretch>
        </p:blipFill>
        <p:spPr>
          <a:xfrm>
            <a:off x="902351" y="1441174"/>
            <a:ext cx="10451449" cy="4735789"/>
          </a:xfrm>
        </p:spPr>
      </p:pic>
    </p:spTree>
    <p:extLst>
      <p:ext uri="{BB962C8B-B14F-4D97-AF65-F5344CB8AC3E}">
        <p14:creationId xmlns:p14="http://schemas.microsoft.com/office/powerpoint/2010/main" val="590542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B892-66B0-2341-B358-0341D33CC571}"/>
              </a:ext>
            </a:extLst>
          </p:cNvPr>
          <p:cNvSpPr>
            <a:spLocks noGrp="1"/>
          </p:cNvSpPr>
          <p:nvPr>
            <p:ph type="title"/>
          </p:nvPr>
        </p:nvSpPr>
        <p:spPr/>
        <p:txBody>
          <a:bodyPr>
            <a:normAutofit fontScale="90000"/>
          </a:bodyPr>
          <a:lstStyle/>
          <a:p>
            <a:r>
              <a:rPr lang="en-GB" b="1" dirty="0">
                <a:latin typeface="Times New Roman" panose="02020603050405020304" pitchFamily="18" charset="0"/>
                <a:cs typeface="Times New Roman" panose="02020603050405020304" pitchFamily="18" charset="0"/>
              </a:rPr>
              <a:t>2.LITERATURE SURVEY-</a:t>
            </a:r>
            <a:r>
              <a:rPr lang="en-GB" sz="4000" b="1" dirty="0">
                <a:latin typeface="Times New Roman" panose="02020603050405020304" pitchFamily="18" charset="0"/>
                <a:cs typeface="Times New Roman" panose="02020603050405020304" pitchFamily="18" charset="0"/>
              </a:rPr>
              <a:t>Crop Recommendation Using Machine Learning Techniques</a:t>
            </a:r>
            <a:endParaRPr lang="en-IN" sz="40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ECC4FA3-AD1D-7A3A-8304-41EA784B2F04}"/>
              </a:ext>
            </a:extLst>
          </p:cNvPr>
          <p:cNvGraphicFramePr>
            <a:graphicFrameLocks noGrp="1"/>
          </p:cNvGraphicFramePr>
          <p:nvPr>
            <p:ph idx="1"/>
            <p:extLst>
              <p:ext uri="{D42A27DB-BD31-4B8C-83A1-F6EECF244321}">
                <p14:modId xmlns:p14="http://schemas.microsoft.com/office/powerpoint/2010/main" val="2710193884"/>
              </p:ext>
            </p:extLst>
          </p:nvPr>
        </p:nvGraphicFramePr>
        <p:xfrm>
          <a:off x="838200" y="1825625"/>
          <a:ext cx="10515600" cy="3988767"/>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900849337"/>
                    </a:ext>
                  </a:extLst>
                </a:gridCol>
                <a:gridCol w="5257800">
                  <a:extLst>
                    <a:ext uri="{9D8B030D-6E8A-4147-A177-3AD203B41FA5}">
                      <a16:colId xmlns:a16="http://schemas.microsoft.com/office/drawing/2014/main" val="2517651994"/>
                    </a:ext>
                  </a:extLst>
                </a:gridCol>
              </a:tblGrid>
              <a:tr h="768285">
                <a:tc>
                  <a:txBody>
                    <a:bodyPr/>
                    <a:lstStyle/>
                    <a:p>
                      <a:r>
                        <a:rPr lang="en-IN" dirty="0"/>
                        <a:t>Algorithm/Architecture and Models</a:t>
                      </a:r>
                    </a:p>
                  </a:txBody>
                  <a:tcPr/>
                </a:tc>
                <a:tc>
                  <a:txBody>
                    <a:bodyPr/>
                    <a:lstStyle/>
                    <a:p>
                      <a:r>
                        <a:rPr lang="en-IN" dirty="0"/>
                        <a:t>Results &amp; Key Findings</a:t>
                      </a:r>
                    </a:p>
                  </a:txBody>
                  <a:tcPr/>
                </a:tc>
                <a:extLst>
                  <a:ext uri="{0D108BD9-81ED-4DB2-BD59-A6C34878D82A}">
                    <a16:rowId xmlns:a16="http://schemas.microsoft.com/office/drawing/2014/main" val="405909254"/>
                  </a:ext>
                </a:extLst>
              </a:tr>
              <a:tr h="1894401">
                <a:tc>
                  <a:txBody>
                    <a:bodyPr/>
                    <a:lstStyle/>
                    <a:p>
                      <a:r>
                        <a:rPr lang="en-GB" dirty="0"/>
                        <a:t>K-Nearest </a:t>
                      </a:r>
                      <a:r>
                        <a:rPr lang="en-GB" dirty="0" err="1"/>
                        <a:t>Neighbors</a:t>
                      </a:r>
                      <a:r>
                        <a:rPr lang="en-GB" dirty="0"/>
                        <a:t> (KNN), Decision Tree (DT), Random Forest (RF), Naive Bayes (NB), Gradient Boosting.</a:t>
                      </a:r>
                      <a:endParaRPr lang="en-IN" dirty="0"/>
                    </a:p>
                  </a:txBody>
                  <a:tcPr/>
                </a:tc>
                <a:tc>
                  <a:txBody>
                    <a:bodyPr/>
                    <a:lstStyle/>
                    <a:p>
                      <a:r>
                        <a:rPr lang="en-GB" dirty="0"/>
                        <a:t>RF demonstrated superior accuracy and efficiency in crop prediction tasks.</a:t>
                      </a:r>
                      <a:endParaRPr lang="en-IN" dirty="0"/>
                    </a:p>
                  </a:txBody>
                  <a:tcPr/>
                </a:tc>
                <a:extLst>
                  <a:ext uri="{0D108BD9-81ED-4DB2-BD59-A6C34878D82A}">
                    <a16:rowId xmlns:a16="http://schemas.microsoft.com/office/drawing/2014/main" val="392661825"/>
                  </a:ext>
                </a:extLst>
              </a:tr>
              <a:tr h="1326081">
                <a:tc>
                  <a:txBody>
                    <a:bodyPr/>
                    <a:lstStyle/>
                    <a:p>
                      <a:r>
                        <a:rPr lang="en-GB" dirty="0"/>
                        <a:t>Focus on feature engineering for soil parameters (pH, NPK levels, humidity).</a:t>
                      </a:r>
                      <a:endParaRPr lang="en-IN" dirty="0"/>
                    </a:p>
                  </a:txBody>
                  <a:tcPr/>
                </a:tc>
                <a:tc>
                  <a:txBody>
                    <a:bodyPr/>
                    <a:lstStyle/>
                    <a:p>
                      <a:r>
                        <a:rPr lang="en-GB" dirty="0"/>
                        <a:t>Optimized crop selection increased productivity and sustainability.</a:t>
                      </a:r>
                      <a:endParaRPr lang="en-IN" dirty="0"/>
                    </a:p>
                  </a:txBody>
                  <a:tcPr/>
                </a:tc>
                <a:extLst>
                  <a:ext uri="{0D108BD9-81ED-4DB2-BD59-A6C34878D82A}">
                    <a16:rowId xmlns:a16="http://schemas.microsoft.com/office/drawing/2014/main" val="1144196779"/>
                  </a:ext>
                </a:extLst>
              </a:tr>
            </a:tbl>
          </a:graphicData>
        </a:graphic>
      </p:graphicFrame>
    </p:spTree>
    <p:extLst>
      <p:ext uri="{BB962C8B-B14F-4D97-AF65-F5344CB8AC3E}">
        <p14:creationId xmlns:p14="http://schemas.microsoft.com/office/powerpoint/2010/main" val="1031483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D4A15-8543-2112-CBC4-862AEDA8281A}"/>
              </a:ext>
            </a:extLst>
          </p:cNvPr>
          <p:cNvSpPr>
            <a:spLocks noGrp="1"/>
          </p:cNvSpPr>
          <p:nvPr>
            <p:ph type="title"/>
          </p:nvPr>
        </p:nvSpPr>
        <p:spPr/>
        <p:txBody>
          <a:bodyPr/>
          <a:lstStyle/>
          <a:p>
            <a:r>
              <a:rPr lang="en-GB" dirty="0"/>
              <a:t>MERITS AND DEMERITS</a:t>
            </a:r>
            <a:endParaRPr lang="en-IN" dirty="0"/>
          </a:p>
        </p:txBody>
      </p:sp>
      <p:sp>
        <p:nvSpPr>
          <p:cNvPr id="3" name="Content Placeholder 2">
            <a:extLst>
              <a:ext uri="{FF2B5EF4-FFF2-40B4-BE49-F238E27FC236}">
                <a16:creationId xmlns:a16="http://schemas.microsoft.com/office/drawing/2014/main" id="{249B1E53-82FD-EBB6-5EA7-E0E05D2973CB}"/>
              </a:ext>
            </a:extLst>
          </p:cNvPr>
          <p:cNvSpPr>
            <a:spLocks noGrp="1"/>
          </p:cNvSpPr>
          <p:nvPr>
            <p:ph sz="half"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Merits</a:t>
            </a:r>
            <a:r>
              <a:rPr lang="en-GB"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Simple and interpretable ML algorithms like KNN, Decision Tree, and Random Forest used.</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System aids farmers in making educated decisions based on soil and weather parameters.</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Scalable for different regions using diverse datasets.</a:t>
            </a:r>
          </a:p>
          <a:p>
            <a:endParaRPr lang="en-IN" dirty="0"/>
          </a:p>
        </p:txBody>
      </p:sp>
      <p:sp>
        <p:nvSpPr>
          <p:cNvPr id="4" name="Content Placeholder 3">
            <a:extLst>
              <a:ext uri="{FF2B5EF4-FFF2-40B4-BE49-F238E27FC236}">
                <a16:creationId xmlns:a16="http://schemas.microsoft.com/office/drawing/2014/main" id="{2AF262E1-4982-397F-8D09-2E3B300347D2}"/>
              </a:ext>
            </a:extLst>
          </p:cNvPr>
          <p:cNvSpPr>
            <a:spLocks noGrp="1"/>
          </p:cNvSpPr>
          <p:nvPr>
            <p:ph sz="half" idx="2"/>
          </p:nvPr>
        </p:nvSpPr>
        <p:spPr/>
        <p:txBody>
          <a:bodyPr/>
          <a:lstStyle/>
          <a:p>
            <a:pPr marL="0" indent="0">
              <a:buNone/>
            </a:pPr>
            <a:r>
              <a:rPr lang="en-GB" b="1" dirty="0">
                <a:latin typeface="Times New Roman" panose="02020603050405020304" pitchFamily="18" charset="0"/>
                <a:cs typeface="Times New Roman" panose="02020603050405020304" pitchFamily="18" charset="0"/>
              </a:rPr>
              <a:t>Demerits</a:t>
            </a:r>
            <a:r>
              <a:rPr lang="en-GB"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Limited to basic ML techniques; may not handle complex dependencies well.</a:t>
            </a:r>
          </a:p>
          <a:p>
            <a:pPr marL="742950" lvl="1"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Accuracy can vary significantly depending on the dataset quality.</a:t>
            </a:r>
          </a:p>
          <a:p>
            <a:endParaRPr lang="en-IN" dirty="0"/>
          </a:p>
        </p:txBody>
      </p:sp>
    </p:spTree>
    <p:extLst>
      <p:ext uri="{BB962C8B-B14F-4D97-AF65-F5344CB8AC3E}">
        <p14:creationId xmlns:p14="http://schemas.microsoft.com/office/powerpoint/2010/main" val="96410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0A48-D2F3-98C4-41C6-A50C525EC415}"/>
              </a:ext>
            </a:extLst>
          </p:cNvPr>
          <p:cNvSpPr>
            <a:spLocks noGrp="1"/>
          </p:cNvSpPr>
          <p:nvPr>
            <p:ph type="title"/>
          </p:nvPr>
        </p:nvSpPr>
        <p:spPr/>
        <p:txBody>
          <a:bodyPr/>
          <a:lstStyle/>
          <a:p>
            <a:r>
              <a:rPr lang="en-GB" dirty="0"/>
              <a:t>DIAGRAM</a:t>
            </a:r>
            <a:endParaRPr lang="en-IN" dirty="0"/>
          </a:p>
        </p:txBody>
      </p:sp>
      <p:pic>
        <p:nvPicPr>
          <p:cNvPr id="8" name="Content Placeholder 7">
            <a:extLst>
              <a:ext uri="{FF2B5EF4-FFF2-40B4-BE49-F238E27FC236}">
                <a16:creationId xmlns:a16="http://schemas.microsoft.com/office/drawing/2014/main" id="{8C6A7624-6E9D-9A10-0FAF-B60632628AF1}"/>
              </a:ext>
            </a:extLst>
          </p:cNvPr>
          <p:cNvPicPr>
            <a:picLocks noGrp="1" noChangeAspect="1"/>
          </p:cNvPicPr>
          <p:nvPr>
            <p:ph idx="1"/>
          </p:nvPr>
        </p:nvPicPr>
        <p:blipFill>
          <a:blip r:embed="rId2"/>
          <a:stretch>
            <a:fillRect/>
          </a:stretch>
        </p:blipFill>
        <p:spPr>
          <a:xfrm>
            <a:off x="1807081" y="1540565"/>
            <a:ext cx="8080994" cy="4636398"/>
          </a:xfrm>
        </p:spPr>
      </p:pic>
    </p:spTree>
    <p:extLst>
      <p:ext uri="{BB962C8B-B14F-4D97-AF65-F5344CB8AC3E}">
        <p14:creationId xmlns:p14="http://schemas.microsoft.com/office/powerpoint/2010/main" val="3835360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C0555-9A86-B981-BF37-993BC0094C71}"/>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3.LITERATURE SURVEY-</a:t>
            </a:r>
            <a:r>
              <a:rPr lang="en-GB" sz="3600" b="1" dirty="0">
                <a:latin typeface="Times New Roman" panose="02020603050405020304" pitchFamily="18" charset="0"/>
                <a:cs typeface="Times New Roman" panose="02020603050405020304" pitchFamily="18" charset="0"/>
              </a:rPr>
              <a:t>Crop Recommendation System using IoT and ML</a:t>
            </a:r>
            <a:r>
              <a:rPr lang="en-GB" b="1" dirty="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AF7B444A-08D3-A75F-EEC6-4DFFD99427B6}"/>
              </a:ext>
            </a:extLst>
          </p:cNvPr>
          <p:cNvGraphicFramePr>
            <a:graphicFrameLocks noGrp="1"/>
          </p:cNvGraphicFramePr>
          <p:nvPr>
            <p:ph idx="1"/>
            <p:extLst>
              <p:ext uri="{D42A27DB-BD31-4B8C-83A1-F6EECF244321}">
                <p14:modId xmlns:p14="http://schemas.microsoft.com/office/powerpoint/2010/main" val="3204122015"/>
              </p:ext>
            </p:extLst>
          </p:nvPr>
        </p:nvGraphicFramePr>
        <p:xfrm>
          <a:off x="838200" y="1825625"/>
          <a:ext cx="10515600" cy="4147792"/>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679990128"/>
                    </a:ext>
                  </a:extLst>
                </a:gridCol>
                <a:gridCol w="5257800">
                  <a:extLst>
                    <a:ext uri="{9D8B030D-6E8A-4147-A177-3AD203B41FA5}">
                      <a16:colId xmlns:a16="http://schemas.microsoft.com/office/drawing/2014/main" val="1626674283"/>
                    </a:ext>
                  </a:extLst>
                </a:gridCol>
              </a:tblGrid>
              <a:tr h="931658">
                <a:tc>
                  <a:txBody>
                    <a:bodyPr/>
                    <a:lstStyle/>
                    <a:p>
                      <a:r>
                        <a:rPr lang="en-IN" b="1" dirty="0"/>
                        <a:t>Algorithm/Architecture and Models</a:t>
                      </a:r>
                      <a:endParaRPr lang="en-IN" dirty="0"/>
                    </a:p>
                  </a:txBody>
                  <a:tcPr anchor="ctr"/>
                </a:tc>
                <a:tc>
                  <a:txBody>
                    <a:bodyPr/>
                    <a:lstStyle/>
                    <a:p>
                      <a:r>
                        <a:rPr lang="en-IN" dirty="0"/>
                        <a:t>Results &amp; Key Findings</a:t>
                      </a:r>
                    </a:p>
                  </a:txBody>
                  <a:tcPr/>
                </a:tc>
                <a:extLst>
                  <a:ext uri="{0D108BD9-81ED-4DB2-BD59-A6C34878D82A}">
                    <a16:rowId xmlns:a16="http://schemas.microsoft.com/office/drawing/2014/main" val="1794714455"/>
                  </a:ext>
                </a:extLst>
              </a:tr>
              <a:tr h="1608067">
                <a:tc>
                  <a:txBody>
                    <a:bodyPr/>
                    <a:lstStyle/>
                    <a:p>
                      <a:r>
                        <a:rPr lang="en-GB" dirty="0"/>
                        <a:t>Random Forest (RF), Convolutional Neural Network (CNN).</a:t>
                      </a:r>
                      <a:endParaRPr lang="en-IN" dirty="0"/>
                    </a:p>
                  </a:txBody>
                  <a:tcPr/>
                </a:tc>
                <a:tc>
                  <a:txBody>
                    <a:bodyPr/>
                    <a:lstStyle/>
                    <a:p>
                      <a:r>
                        <a:rPr lang="en-GB" dirty="0"/>
                        <a:t>RF achieved high accuracy for crop suggestions based on soil data.</a:t>
                      </a:r>
                      <a:endParaRPr lang="en-IN" dirty="0"/>
                    </a:p>
                  </a:txBody>
                  <a:tcPr/>
                </a:tc>
                <a:extLst>
                  <a:ext uri="{0D108BD9-81ED-4DB2-BD59-A6C34878D82A}">
                    <a16:rowId xmlns:a16="http://schemas.microsoft.com/office/drawing/2014/main" val="3803153581"/>
                  </a:ext>
                </a:extLst>
              </a:tr>
              <a:tr h="1608067">
                <a:tc>
                  <a:txBody>
                    <a:bodyPr/>
                    <a:lstStyle/>
                    <a:p>
                      <a:r>
                        <a:rPr lang="en-GB" dirty="0"/>
                        <a:t>IoT sensors for real-time monitoring (soil pH, NPK, temperature).</a:t>
                      </a:r>
                      <a:endParaRPr lang="en-IN" dirty="0"/>
                    </a:p>
                  </a:txBody>
                  <a:tcPr/>
                </a:tc>
                <a:tc>
                  <a:txBody>
                    <a:bodyPr/>
                    <a:lstStyle/>
                    <a:p>
                      <a:r>
                        <a:rPr lang="en-GB" dirty="0"/>
                        <a:t>Enhanced disease detection and reduced soil degradation risks.</a:t>
                      </a:r>
                      <a:endParaRPr lang="en-IN" dirty="0"/>
                    </a:p>
                  </a:txBody>
                  <a:tcPr/>
                </a:tc>
                <a:extLst>
                  <a:ext uri="{0D108BD9-81ED-4DB2-BD59-A6C34878D82A}">
                    <a16:rowId xmlns:a16="http://schemas.microsoft.com/office/drawing/2014/main" val="2710863030"/>
                  </a:ext>
                </a:extLst>
              </a:tr>
            </a:tbl>
          </a:graphicData>
        </a:graphic>
      </p:graphicFrame>
    </p:spTree>
    <p:extLst>
      <p:ext uri="{BB962C8B-B14F-4D97-AF65-F5344CB8AC3E}">
        <p14:creationId xmlns:p14="http://schemas.microsoft.com/office/powerpoint/2010/main" val="26544190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6F96C-6F36-CE4B-1840-D1D2D9025080}"/>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MERITS AND DEMERITS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F485FBE-A33C-F7F9-541D-F61277D78209}"/>
              </a:ext>
            </a:extLst>
          </p:cNvPr>
          <p:cNvSpPr>
            <a:spLocks noGrp="1"/>
          </p:cNvSpPr>
          <p:nvPr>
            <p:ph sz="half"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Merits</a:t>
            </a:r>
            <a:r>
              <a:rPr lang="en-IN"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Integrates IoT sensors for real-time monitoring of soil and environmental parameters.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Employs CNN for disease detection, enhancing crop health management.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Reduces soil degradation risks by continuous monitoring.</a:t>
            </a:r>
          </a:p>
          <a:p>
            <a:endParaRPr lang="en-IN" dirty="0"/>
          </a:p>
        </p:txBody>
      </p:sp>
      <p:sp>
        <p:nvSpPr>
          <p:cNvPr id="4" name="Content Placeholder 3">
            <a:extLst>
              <a:ext uri="{FF2B5EF4-FFF2-40B4-BE49-F238E27FC236}">
                <a16:creationId xmlns:a16="http://schemas.microsoft.com/office/drawing/2014/main" id="{F5A4E668-995D-379C-0CF8-DB118418931C}"/>
              </a:ext>
            </a:extLst>
          </p:cNvPr>
          <p:cNvSpPr>
            <a:spLocks noGrp="1"/>
          </p:cNvSpPr>
          <p:nvPr>
            <p:ph sz="half" idx="2"/>
          </p:nvPr>
        </p:nvSpPr>
        <p:spPr/>
        <p:txBody>
          <a:bodyPr/>
          <a:lstStyle/>
          <a:p>
            <a:pPr marL="0" indent="0">
              <a:buNone/>
            </a:pPr>
            <a:r>
              <a:rPr lang="en-GB" b="1" dirty="0">
                <a:latin typeface="Times New Roman" panose="02020603050405020304" pitchFamily="18" charset="0"/>
                <a:cs typeface="Times New Roman" panose="02020603050405020304" pitchFamily="18" charset="0"/>
              </a:rPr>
              <a:t>Demerits</a:t>
            </a:r>
            <a:r>
              <a:rPr lang="en-GB"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High setup cost due to IoT devices.</a:t>
            </a:r>
          </a:p>
          <a:p>
            <a:pPr marL="742950" lvl="1"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Dependency on stable network connectivity for real-time data analysis.</a:t>
            </a:r>
          </a:p>
          <a:p>
            <a:endParaRPr lang="en-IN" dirty="0"/>
          </a:p>
        </p:txBody>
      </p:sp>
    </p:spTree>
    <p:extLst>
      <p:ext uri="{BB962C8B-B14F-4D97-AF65-F5344CB8AC3E}">
        <p14:creationId xmlns:p14="http://schemas.microsoft.com/office/powerpoint/2010/main" val="6015547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A2072-2BFC-42A3-14A2-CDAD3E7585CA}"/>
              </a:ext>
            </a:extLst>
          </p:cNvPr>
          <p:cNvSpPr>
            <a:spLocks noGrp="1"/>
          </p:cNvSpPr>
          <p:nvPr>
            <p:ph type="title"/>
          </p:nvPr>
        </p:nvSpPr>
        <p:spPr/>
        <p:txBody>
          <a:bodyPr/>
          <a:lstStyle/>
          <a:p>
            <a:r>
              <a:rPr lang="en-GB" dirty="0"/>
              <a:t>DIAGRAM</a:t>
            </a:r>
            <a:endParaRPr lang="en-IN" dirty="0"/>
          </a:p>
        </p:txBody>
      </p:sp>
      <p:pic>
        <p:nvPicPr>
          <p:cNvPr id="5" name="Content Placeholder 4">
            <a:extLst>
              <a:ext uri="{FF2B5EF4-FFF2-40B4-BE49-F238E27FC236}">
                <a16:creationId xmlns:a16="http://schemas.microsoft.com/office/drawing/2014/main" id="{74D82294-6C74-3FBA-FAC0-A26ED8C33253}"/>
              </a:ext>
            </a:extLst>
          </p:cNvPr>
          <p:cNvPicPr>
            <a:picLocks noGrp="1" noChangeAspect="1"/>
          </p:cNvPicPr>
          <p:nvPr>
            <p:ph idx="1"/>
          </p:nvPr>
        </p:nvPicPr>
        <p:blipFill>
          <a:blip r:embed="rId2"/>
          <a:stretch>
            <a:fillRect/>
          </a:stretch>
        </p:blipFill>
        <p:spPr>
          <a:xfrm>
            <a:off x="1501835" y="1610139"/>
            <a:ext cx="8774313" cy="4566824"/>
          </a:xfrm>
        </p:spPr>
      </p:pic>
    </p:spTree>
    <p:extLst>
      <p:ext uri="{BB962C8B-B14F-4D97-AF65-F5344CB8AC3E}">
        <p14:creationId xmlns:p14="http://schemas.microsoft.com/office/powerpoint/2010/main" val="4050737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642BF-62A8-ABE2-8E69-E2D20A140465}"/>
              </a:ext>
            </a:extLst>
          </p:cNvPr>
          <p:cNvSpPr>
            <a:spLocks noGrp="1"/>
          </p:cNvSpPr>
          <p:nvPr>
            <p:ph type="title"/>
          </p:nvPr>
        </p:nvSpPr>
        <p:spPr/>
        <p:txBody>
          <a:bodyPr>
            <a:normAutofit/>
          </a:bodyPr>
          <a:lstStyle/>
          <a:p>
            <a:r>
              <a:rPr lang="en-GB" b="1" dirty="0">
                <a:latin typeface="Times New Roman" panose="02020603050405020304" pitchFamily="18" charset="0"/>
                <a:cs typeface="Times New Roman" panose="02020603050405020304" pitchFamily="18" charset="0"/>
              </a:rPr>
              <a:t>4.LITERATURE SURVEY-</a:t>
            </a:r>
            <a:r>
              <a:rPr lang="en-GB" sz="4000" b="1" dirty="0">
                <a:latin typeface="Times New Roman" panose="02020603050405020304" pitchFamily="18" charset="0"/>
                <a:cs typeface="Times New Roman" panose="02020603050405020304" pitchFamily="18" charset="0"/>
              </a:rPr>
              <a:t>Intelligent Crop Recommendation System</a:t>
            </a:r>
            <a:endParaRPr lang="en-IN" sz="40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724286E-27B8-89A9-7D7C-DF232D5B066F}"/>
              </a:ext>
            </a:extLst>
          </p:cNvPr>
          <p:cNvGraphicFramePr>
            <a:graphicFrameLocks noGrp="1"/>
          </p:cNvGraphicFramePr>
          <p:nvPr>
            <p:ph idx="1"/>
            <p:extLst>
              <p:ext uri="{D42A27DB-BD31-4B8C-83A1-F6EECF244321}">
                <p14:modId xmlns:p14="http://schemas.microsoft.com/office/powerpoint/2010/main" val="1885920751"/>
              </p:ext>
            </p:extLst>
          </p:nvPr>
        </p:nvGraphicFramePr>
        <p:xfrm>
          <a:off x="838200" y="1825624"/>
          <a:ext cx="10515600" cy="4028522"/>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766367852"/>
                    </a:ext>
                  </a:extLst>
                </a:gridCol>
                <a:gridCol w="5257800">
                  <a:extLst>
                    <a:ext uri="{9D8B030D-6E8A-4147-A177-3AD203B41FA5}">
                      <a16:colId xmlns:a16="http://schemas.microsoft.com/office/drawing/2014/main" val="4060321511"/>
                    </a:ext>
                  </a:extLst>
                </a:gridCol>
              </a:tblGrid>
              <a:tr h="904868">
                <a:tc>
                  <a:txBody>
                    <a:bodyPr/>
                    <a:lstStyle/>
                    <a:p>
                      <a:r>
                        <a:rPr lang="en-IN" dirty="0"/>
                        <a:t>Algorithm/Architecture and Models</a:t>
                      </a:r>
                    </a:p>
                  </a:txBody>
                  <a:tcPr/>
                </a:tc>
                <a:tc>
                  <a:txBody>
                    <a:bodyPr/>
                    <a:lstStyle/>
                    <a:p>
                      <a:r>
                        <a:rPr lang="en-IN" dirty="0"/>
                        <a:t>Results &amp; Key Findings</a:t>
                      </a:r>
                    </a:p>
                  </a:txBody>
                  <a:tcPr/>
                </a:tc>
                <a:extLst>
                  <a:ext uri="{0D108BD9-81ED-4DB2-BD59-A6C34878D82A}">
                    <a16:rowId xmlns:a16="http://schemas.microsoft.com/office/drawing/2014/main" val="1899116622"/>
                  </a:ext>
                </a:extLst>
              </a:tr>
              <a:tr h="1561827">
                <a:tc>
                  <a:txBody>
                    <a:bodyPr/>
                    <a:lstStyle/>
                    <a:p>
                      <a:r>
                        <a:rPr lang="en-GB" dirty="0"/>
                        <a:t>Ridge Regression, Ensemble Models with Random Tree, KNN, Naive Bayes.</a:t>
                      </a:r>
                      <a:endParaRPr lang="en-IN" dirty="0"/>
                    </a:p>
                  </a:txBody>
                  <a:tcPr/>
                </a:tc>
                <a:tc>
                  <a:txBody>
                    <a:bodyPr/>
                    <a:lstStyle/>
                    <a:p>
                      <a:r>
                        <a:rPr lang="en-GB" dirty="0"/>
                        <a:t>Improved accuracy and adaptability to regional variations using ensemble techniques.</a:t>
                      </a:r>
                      <a:endParaRPr lang="en-IN" dirty="0"/>
                    </a:p>
                  </a:txBody>
                  <a:tcPr/>
                </a:tc>
                <a:extLst>
                  <a:ext uri="{0D108BD9-81ED-4DB2-BD59-A6C34878D82A}">
                    <a16:rowId xmlns:a16="http://schemas.microsoft.com/office/drawing/2014/main" val="3617141387"/>
                  </a:ext>
                </a:extLst>
              </a:tr>
              <a:tr h="1561827">
                <a:tc>
                  <a:txBody>
                    <a:bodyPr/>
                    <a:lstStyle/>
                    <a:p>
                      <a:r>
                        <a:rPr lang="en-GB" dirty="0"/>
                        <a:t>Data from various government and Kaggle datasets.</a:t>
                      </a:r>
                      <a:endParaRPr lang="en-IN" dirty="0"/>
                    </a:p>
                  </a:txBody>
                  <a:tcPr/>
                </a:tc>
                <a:tc>
                  <a:txBody>
                    <a:bodyPr/>
                    <a:lstStyle/>
                    <a:p>
                      <a:r>
                        <a:rPr lang="en-GB" dirty="0"/>
                        <a:t>Recommendations maximized crop yield and provided optimal fertilizer use suggestions.</a:t>
                      </a:r>
                      <a:endParaRPr lang="en-IN" dirty="0"/>
                    </a:p>
                  </a:txBody>
                  <a:tcPr/>
                </a:tc>
                <a:extLst>
                  <a:ext uri="{0D108BD9-81ED-4DB2-BD59-A6C34878D82A}">
                    <a16:rowId xmlns:a16="http://schemas.microsoft.com/office/drawing/2014/main" val="2074121545"/>
                  </a:ext>
                </a:extLst>
              </a:tr>
            </a:tbl>
          </a:graphicData>
        </a:graphic>
      </p:graphicFrame>
    </p:spTree>
    <p:extLst>
      <p:ext uri="{BB962C8B-B14F-4D97-AF65-F5344CB8AC3E}">
        <p14:creationId xmlns:p14="http://schemas.microsoft.com/office/powerpoint/2010/main" val="3769410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90831-6B45-1D63-0995-8FAD9886197D}"/>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MERITS AND DEMERITS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D674F6F-6E29-8B31-7571-24D36E529A93}"/>
              </a:ext>
            </a:extLst>
          </p:cNvPr>
          <p:cNvSpPr>
            <a:spLocks noGrp="1"/>
          </p:cNvSpPr>
          <p:nvPr>
            <p:ph sz="half" idx="1"/>
          </p:nvPr>
        </p:nvSpPr>
        <p:spPr/>
        <p:txBody>
          <a:bodyPr/>
          <a:lstStyle/>
          <a:p>
            <a:pPr marL="0" indent="0">
              <a:buNone/>
            </a:pPr>
            <a:r>
              <a:rPr lang="en-GB" b="1" dirty="0">
                <a:latin typeface="Times New Roman" panose="02020603050405020304" pitchFamily="18" charset="0"/>
                <a:cs typeface="Times New Roman" panose="02020603050405020304" pitchFamily="18" charset="0"/>
              </a:rPr>
              <a:t>Merits</a:t>
            </a:r>
            <a:r>
              <a:rPr lang="en-GB"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Suggests optimal crops based on economic and environmental conditions.</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Incorporates a recommender system for fertilizer usage timing.</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Provides real-time crop yield predictions, enhancing decision-making.</a:t>
            </a:r>
          </a:p>
          <a:p>
            <a:endParaRPr lang="en-IN" dirty="0"/>
          </a:p>
        </p:txBody>
      </p:sp>
      <p:sp>
        <p:nvSpPr>
          <p:cNvPr id="4" name="Content Placeholder 3">
            <a:extLst>
              <a:ext uri="{FF2B5EF4-FFF2-40B4-BE49-F238E27FC236}">
                <a16:creationId xmlns:a16="http://schemas.microsoft.com/office/drawing/2014/main" id="{9E52002C-8A61-2CE1-61AD-A4BF3B785CFB}"/>
              </a:ext>
            </a:extLst>
          </p:cNvPr>
          <p:cNvSpPr>
            <a:spLocks noGrp="1"/>
          </p:cNvSpPr>
          <p:nvPr>
            <p:ph sz="half" idx="2"/>
          </p:nvPr>
        </p:nvSpPr>
        <p:spPr/>
        <p:txBody>
          <a:bodyPr/>
          <a:lstStyle/>
          <a:p>
            <a:pPr marL="0" indent="0">
              <a:buNone/>
            </a:pPr>
            <a:r>
              <a:rPr lang="en-GB" b="1" dirty="0">
                <a:latin typeface="Times New Roman" panose="02020603050405020304" pitchFamily="18" charset="0"/>
                <a:cs typeface="Times New Roman" panose="02020603050405020304" pitchFamily="18" charset="0"/>
              </a:rPr>
              <a:t>Demerits</a:t>
            </a:r>
            <a:r>
              <a:rPr lang="en-GB"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Relies heavily on historical data accuracy, which might not always be reliable.</a:t>
            </a:r>
          </a:p>
          <a:p>
            <a:pPr marL="742950" lvl="1"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Limited adaptability to hyper-localized conditions.</a:t>
            </a:r>
          </a:p>
          <a:p>
            <a:endParaRPr lang="en-IN" dirty="0"/>
          </a:p>
        </p:txBody>
      </p:sp>
    </p:spTree>
    <p:extLst>
      <p:ext uri="{BB962C8B-B14F-4D97-AF65-F5344CB8AC3E}">
        <p14:creationId xmlns:p14="http://schemas.microsoft.com/office/powerpoint/2010/main" val="2253197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FD25F-50CF-4F35-5DA7-1E3243A6F763}"/>
              </a:ext>
            </a:extLst>
          </p:cNvPr>
          <p:cNvSpPr>
            <a:spLocks noGrp="1"/>
          </p:cNvSpPr>
          <p:nvPr>
            <p:ph type="title"/>
          </p:nvPr>
        </p:nvSpPr>
        <p:spPr/>
        <p:txBody>
          <a:bodyPr/>
          <a:lstStyle/>
          <a:p>
            <a:r>
              <a:rPr lang="en-GB" dirty="0"/>
              <a:t>DIAGRAM</a:t>
            </a:r>
            <a:endParaRPr lang="en-IN" dirty="0"/>
          </a:p>
        </p:txBody>
      </p:sp>
      <p:pic>
        <p:nvPicPr>
          <p:cNvPr id="5" name="Content Placeholder 4">
            <a:extLst>
              <a:ext uri="{FF2B5EF4-FFF2-40B4-BE49-F238E27FC236}">
                <a16:creationId xmlns:a16="http://schemas.microsoft.com/office/drawing/2014/main" id="{10F38951-FC45-A30D-5CD4-D0E0AF541355}"/>
              </a:ext>
            </a:extLst>
          </p:cNvPr>
          <p:cNvPicPr>
            <a:picLocks noGrp="1" noChangeAspect="1"/>
          </p:cNvPicPr>
          <p:nvPr>
            <p:ph idx="1"/>
          </p:nvPr>
        </p:nvPicPr>
        <p:blipFill>
          <a:blip r:embed="rId2"/>
          <a:stretch>
            <a:fillRect/>
          </a:stretch>
        </p:blipFill>
        <p:spPr>
          <a:xfrm>
            <a:off x="2265218" y="1526898"/>
            <a:ext cx="7678882" cy="4801166"/>
          </a:xfrm>
        </p:spPr>
      </p:pic>
    </p:spTree>
    <p:extLst>
      <p:ext uri="{BB962C8B-B14F-4D97-AF65-F5344CB8AC3E}">
        <p14:creationId xmlns:p14="http://schemas.microsoft.com/office/powerpoint/2010/main" val="2675469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D87D3-868A-FCD5-6813-2D1C241A19FE}"/>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5.LITERATURE SURVEY-</a:t>
            </a:r>
            <a:r>
              <a:rPr lang="en-GB" sz="3600" b="1" dirty="0">
                <a:latin typeface="Times New Roman" panose="02020603050405020304" pitchFamily="18" charset="0"/>
                <a:cs typeface="Times New Roman" panose="02020603050405020304" pitchFamily="18" charset="0"/>
              </a:rPr>
              <a:t>Crop Recommendation Using Ensemble Models</a:t>
            </a:r>
            <a:endParaRPr lang="en-IN" sz="36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60F41B0E-153F-C52C-63C4-BE9557234B74}"/>
              </a:ext>
            </a:extLst>
          </p:cNvPr>
          <p:cNvGraphicFramePr>
            <a:graphicFrameLocks noGrp="1"/>
          </p:cNvGraphicFramePr>
          <p:nvPr>
            <p:ph idx="1"/>
            <p:extLst>
              <p:ext uri="{D42A27DB-BD31-4B8C-83A1-F6EECF244321}">
                <p14:modId xmlns:p14="http://schemas.microsoft.com/office/powerpoint/2010/main" val="2125415260"/>
              </p:ext>
            </p:extLst>
          </p:nvPr>
        </p:nvGraphicFramePr>
        <p:xfrm>
          <a:off x="838200" y="1825625"/>
          <a:ext cx="10515600" cy="4038463"/>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799440262"/>
                    </a:ext>
                  </a:extLst>
                </a:gridCol>
                <a:gridCol w="5257800">
                  <a:extLst>
                    <a:ext uri="{9D8B030D-6E8A-4147-A177-3AD203B41FA5}">
                      <a16:colId xmlns:a16="http://schemas.microsoft.com/office/drawing/2014/main" val="2178653985"/>
                    </a:ext>
                  </a:extLst>
                </a:gridCol>
              </a:tblGrid>
              <a:tr h="907101">
                <a:tc>
                  <a:txBody>
                    <a:bodyPr/>
                    <a:lstStyle/>
                    <a:p>
                      <a:r>
                        <a:rPr lang="en-IN" dirty="0"/>
                        <a:t>Algorithm/Architecture and Models</a:t>
                      </a:r>
                    </a:p>
                  </a:txBody>
                  <a:tcPr/>
                </a:tc>
                <a:tc>
                  <a:txBody>
                    <a:bodyPr/>
                    <a:lstStyle/>
                    <a:p>
                      <a:r>
                        <a:rPr lang="en-IN" dirty="0"/>
                        <a:t>Results &amp; Key Findings</a:t>
                      </a:r>
                    </a:p>
                  </a:txBody>
                  <a:tcPr/>
                </a:tc>
                <a:extLst>
                  <a:ext uri="{0D108BD9-81ED-4DB2-BD59-A6C34878D82A}">
                    <a16:rowId xmlns:a16="http://schemas.microsoft.com/office/drawing/2014/main" val="4143705152"/>
                  </a:ext>
                </a:extLst>
              </a:tr>
              <a:tr h="1565681">
                <a:tc>
                  <a:txBody>
                    <a:bodyPr/>
                    <a:lstStyle/>
                    <a:p>
                      <a:r>
                        <a:rPr lang="en-GB" dirty="0"/>
                        <a:t>Decision Tree, Naive Bayes, K-Nearest </a:t>
                      </a:r>
                      <a:r>
                        <a:rPr lang="en-GB" dirty="0" err="1"/>
                        <a:t>Neighbors</a:t>
                      </a:r>
                      <a:r>
                        <a:rPr lang="en-GB" dirty="0"/>
                        <a:t>, Random Forest, Logistic Regression.</a:t>
                      </a:r>
                      <a:endParaRPr lang="en-IN" dirty="0"/>
                    </a:p>
                  </a:txBody>
                  <a:tcPr/>
                </a:tc>
                <a:tc>
                  <a:txBody>
                    <a:bodyPr/>
                    <a:lstStyle/>
                    <a:p>
                      <a:r>
                        <a:rPr lang="en-GB" dirty="0"/>
                        <a:t>RF consistently delivered the best accuracy for soil and crop mapping across regions.</a:t>
                      </a:r>
                      <a:endParaRPr lang="en-IN" dirty="0"/>
                    </a:p>
                  </a:txBody>
                  <a:tcPr/>
                </a:tc>
                <a:extLst>
                  <a:ext uri="{0D108BD9-81ED-4DB2-BD59-A6C34878D82A}">
                    <a16:rowId xmlns:a16="http://schemas.microsoft.com/office/drawing/2014/main" val="183100653"/>
                  </a:ext>
                </a:extLst>
              </a:tr>
              <a:tr h="1565681">
                <a:tc>
                  <a:txBody>
                    <a:bodyPr/>
                    <a:lstStyle/>
                    <a:p>
                      <a:r>
                        <a:rPr lang="en-GB" dirty="0"/>
                        <a:t>Emphasized regional customization through location and climate analysis.</a:t>
                      </a:r>
                      <a:endParaRPr lang="en-IN" dirty="0"/>
                    </a:p>
                  </a:txBody>
                  <a:tcPr/>
                </a:tc>
                <a:tc>
                  <a:txBody>
                    <a:bodyPr/>
                    <a:lstStyle/>
                    <a:p>
                      <a:r>
                        <a:rPr lang="en-GB" dirty="0"/>
                        <a:t>Effective in reducing crop failure and boosting farmer profits.</a:t>
                      </a:r>
                      <a:endParaRPr lang="en-IN" dirty="0"/>
                    </a:p>
                  </a:txBody>
                  <a:tcPr anchor="ctr"/>
                </a:tc>
                <a:extLst>
                  <a:ext uri="{0D108BD9-81ED-4DB2-BD59-A6C34878D82A}">
                    <a16:rowId xmlns:a16="http://schemas.microsoft.com/office/drawing/2014/main" val="1014314469"/>
                  </a:ext>
                </a:extLst>
              </a:tr>
            </a:tbl>
          </a:graphicData>
        </a:graphic>
      </p:graphicFrame>
    </p:spTree>
    <p:extLst>
      <p:ext uri="{BB962C8B-B14F-4D97-AF65-F5344CB8AC3E}">
        <p14:creationId xmlns:p14="http://schemas.microsoft.com/office/powerpoint/2010/main" val="2574882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59365-5C91-0F49-F186-F38F3A624B11}"/>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MERITS AND DEMERITS</a:t>
            </a:r>
            <a:endParaRPr lang="en-IN"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089844-0FAA-BDCF-3133-FCB0CB62B6FB}"/>
              </a:ext>
            </a:extLst>
          </p:cNvPr>
          <p:cNvSpPr>
            <a:spLocks noGrp="1"/>
          </p:cNvSpPr>
          <p:nvPr>
            <p:ph sz="half" idx="2"/>
          </p:nvPr>
        </p:nvSpPr>
        <p:spPr/>
        <p:txBody>
          <a:bodyPr/>
          <a:lstStyle/>
          <a:p>
            <a:pPr marL="0" indent="0">
              <a:buNone/>
            </a:pPr>
            <a:r>
              <a:rPr lang="en-GB" b="1" dirty="0">
                <a:latin typeface="Times New Roman" panose="02020603050405020304" pitchFamily="18" charset="0"/>
                <a:cs typeface="Times New Roman" panose="02020603050405020304" pitchFamily="18" charset="0"/>
              </a:rPr>
              <a:t>Demerits</a:t>
            </a:r>
            <a:r>
              <a:rPr lang="en-GB"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Ensemble methods may require more computational resources.</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Accuracy depends on the quality and variety of training datasets.</a:t>
            </a:r>
          </a:p>
          <a:p>
            <a:endParaRPr lang="en-IN" dirty="0"/>
          </a:p>
        </p:txBody>
      </p:sp>
      <p:sp>
        <p:nvSpPr>
          <p:cNvPr id="5" name="Rectangle 1">
            <a:extLst>
              <a:ext uri="{FF2B5EF4-FFF2-40B4-BE49-F238E27FC236}">
                <a16:creationId xmlns:a16="http://schemas.microsoft.com/office/drawing/2014/main" id="{902E40D3-7649-ABF7-09DF-5B34D8049AD5}"/>
              </a:ext>
            </a:extLst>
          </p:cNvPr>
          <p:cNvSpPr>
            <a:spLocks noGrp="1" noChangeArrowheads="1"/>
          </p:cNvSpPr>
          <p:nvPr>
            <p:ph sz="half" idx="1"/>
          </p:nvPr>
        </p:nvSpPr>
        <p:spPr bwMode="auto">
          <a:xfrm>
            <a:off x="838200" y="2093079"/>
            <a:ext cx="52578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Merits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ensemble models like Random Forest for high predictive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Incorporates ranking techniques for improved decision-making.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in handling diverse land conditions.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0562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3CE5B-C568-F94C-BEFE-65BE1F58E35A}"/>
              </a:ext>
            </a:extLst>
          </p:cNvPr>
          <p:cNvSpPr>
            <a:spLocks noGrp="1"/>
          </p:cNvSpPr>
          <p:nvPr>
            <p:ph type="title"/>
          </p:nvPr>
        </p:nvSpPr>
        <p:spPr/>
        <p:txBody>
          <a:bodyPr/>
          <a:lstStyle/>
          <a:p>
            <a:r>
              <a:rPr lang="en-GB" dirty="0"/>
              <a:t>DIAGRAM</a:t>
            </a:r>
            <a:endParaRPr lang="en-IN" dirty="0"/>
          </a:p>
        </p:txBody>
      </p:sp>
      <p:pic>
        <p:nvPicPr>
          <p:cNvPr id="3074" name="Picture 2" descr="PlantUML Diagram">
            <a:extLst>
              <a:ext uri="{FF2B5EF4-FFF2-40B4-BE49-F238E27FC236}">
                <a16:creationId xmlns:a16="http://schemas.microsoft.com/office/drawing/2014/main" id="{781E2EAB-A3A6-ABD1-8C76-A94C17A71F9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37112" y="505715"/>
            <a:ext cx="5526157" cy="6133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9731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59876-9111-1DB0-B093-58E01653C729}"/>
              </a:ext>
            </a:extLst>
          </p:cNvPr>
          <p:cNvSpPr>
            <a:spLocks noGrp="1"/>
          </p:cNvSpPr>
          <p:nvPr>
            <p:ph type="title"/>
          </p:nvPr>
        </p:nvSpPr>
        <p:spPr/>
        <p:txBody>
          <a:bodyPr/>
          <a:lstStyle/>
          <a:p>
            <a:r>
              <a:rPr lang="en-GB" b="1" dirty="0">
                <a:latin typeface="Times New Roman" panose="02020603050405020304" pitchFamily="18" charset="0"/>
                <a:cs typeface="Times New Roman" panose="02020603050405020304" pitchFamily="18" charset="0"/>
              </a:rPr>
              <a:t>6.LITERATURE SURVEY-</a:t>
            </a:r>
            <a:r>
              <a:rPr lang="en-GB" sz="3600" b="1" dirty="0">
                <a:latin typeface="Times New Roman" panose="02020603050405020304" pitchFamily="18" charset="0"/>
                <a:cs typeface="Times New Roman" panose="02020603050405020304" pitchFamily="18" charset="0"/>
              </a:rPr>
              <a:t>Deep Learning-Based Crop Recommendation System</a:t>
            </a:r>
            <a:endParaRPr lang="en-IN" sz="3600" b="1"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7E661423-2722-DCEC-364D-A25C38389BC2}"/>
              </a:ext>
            </a:extLst>
          </p:cNvPr>
          <p:cNvGraphicFramePr>
            <a:graphicFrameLocks noGrp="1"/>
          </p:cNvGraphicFramePr>
          <p:nvPr>
            <p:ph idx="1"/>
            <p:extLst>
              <p:ext uri="{D42A27DB-BD31-4B8C-83A1-F6EECF244321}">
                <p14:modId xmlns:p14="http://schemas.microsoft.com/office/powerpoint/2010/main" val="2161217373"/>
              </p:ext>
            </p:extLst>
          </p:nvPr>
        </p:nvGraphicFramePr>
        <p:xfrm>
          <a:off x="838200" y="1825624"/>
          <a:ext cx="10515600" cy="3710471"/>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870290537"/>
                    </a:ext>
                  </a:extLst>
                </a:gridCol>
                <a:gridCol w="5257800">
                  <a:extLst>
                    <a:ext uri="{9D8B030D-6E8A-4147-A177-3AD203B41FA5}">
                      <a16:colId xmlns:a16="http://schemas.microsoft.com/office/drawing/2014/main" val="907526931"/>
                    </a:ext>
                  </a:extLst>
                </a:gridCol>
              </a:tblGrid>
              <a:tr h="833429">
                <a:tc>
                  <a:txBody>
                    <a:bodyPr/>
                    <a:lstStyle/>
                    <a:p>
                      <a:r>
                        <a:rPr lang="en-IN" dirty="0"/>
                        <a:t>Algorithm/Architecture and Models</a:t>
                      </a:r>
                    </a:p>
                  </a:txBody>
                  <a:tcPr/>
                </a:tc>
                <a:tc>
                  <a:txBody>
                    <a:bodyPr/>
                    <a:lstStyle/>
                    <a:p>
                      <a:r>
                        <a:rPr lang="en-IN" dirty="0"/>
                        <a:t>Results &amp; Key Findings</a:t>
                      </a:r>
                    </a:p>
                  </a:txBody>
                  <a:tcPr/>
                </a:tc>
                <a:extLst>
                  <a:ext uri="{0D108BD9-81ED-4DB2-BD59-A6C34878D82A}">
                    <a16:rowId xmlns:a16="http://schemas.microsoft.com/office/drawing/2014/main" val="3768679130"/>
                  </a:ext>
                </a:extLst>
              </a:tr>
              <a:tr h="1438521">
                <a:tc>
                  <a:txBody>
                    <a:bodyPr/>
                    <a:lstStyle/>
                    <a:p>
                      <a:r>
                        <a:rPr lang="en-GB" dirty="0"/>
                        <a:t>Random Forest, Convolutional Neural Network (CNN), IoT Integration.</a:t>
                      </a:r>
                      <a:endParaRPr lang="en-IN" dirty="0"/>
                    </a:p>
                  </a:txBody>
                  <a:tcPr/>
                </a:tc>
                <a:tc>
                  <a:txBody>
                    <a:bodyPr/>
                    <a:lstStyle/>
                    <a:p>
                      <a:r>
                        <a:rPr lang="en-GB" dirty="0"/>
                        <a:t>Integrated IoT with ML ensured real-time monitoring and accurate crop suggestions.</a:t>
                      </a:r>
                      <a:endParaRPr lang="en-IN" dirty="0"/>
                    </a:p>
                  </a:txBody>
                  <a:tcPr/>
                </a:tc>
                <a:extLst>
                  <a:ext uri="{0D108BD9-81ED-4DB2-BD59-A6C34878D82A}">
                    <a16:rowId xmlns:a16="http://schemas.microsoft.com/office/drawing/2014/main" val="3364841813"/>
                  </a:ext>
                </a:extLst>
              </a:tr>
              <a:tr h="1438521">
                <a:tc>
                  <a:txBody>
                    <a:bodyPr/>
                    <a:lstStyle/>
                    <a:p>
                      <a:r>
                        <a:rPr lang="en-GB" dirty="0"/>
                        <a:t>Explainable AI (XAI) for transparency in decision-making.</a:t>
                      </a:r>
                      <a:endParaRPr lang="en-IN" dirty="0"/>
                    </a:p>
                  </a:txBody>
                  <a:tcPr/>
                </a:tc>
                <a:tc>
                  <a:txBody>
                    <a:bodyPr/>
                    <a:lstStyle/>
                    <a:p>
                      <a:r>
                        <a:rPr lang="en-GB" dirty="0"/>
                        <a:t>Dynamic adaptation to environmental changes improved trust and usability for farmers.</a:t>
                      </a:r>
                      <a:endParaRPr lang="en-IN" dirty="0"/>
                    </a:p>
                  </a:txBody>
                  <a:tcPr/>
                </a:tc>
                <a:extLst>
                  <a:ext uri="{0D108BD9-81ED-4DB2-BD59-A6C34878D82A}">
                    <a16:rowId xmlns:a16="http://schemas.microsoft.com/office/drawing/2014/main" val="1780614960"/>
                  </a:ext>
                </a:extLst>
              </a:tr>
            </a:tbl>
          </a:graphicData>
        </a:graphic>
      </p:graphicFrame>
    </p:spTree>
    <p:extLst>
      <p:ext uri="{BB962C8B-B14F-4D97-AF65-F5344CB8AC3E}">
        <p14:creationId xmlns:p14="http://schemas.microsoft.com/office/powerpoint/2010/main" val="31241518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4B94-0A21-7246-D387-2F5BBBA09281}"/>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MERITS AND DEMERITS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13002E-0DC2-9677-B70E-CC0797E832C9}"/>
              </a:ext>
            </a:extLst>
          </p:cNvPr>
          <p:cNvSpPr>
            <a:spLocks noGrp="1"/>
          </p:cNvSpPr>
          <p:nvPr>
            <p:ph sz="half"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Merits</a:t>
            </a:r>
            <a:r>
              <a:rPr lang="en-IN"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Utilizes Explainable AI for transparency in recommendations.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Dynamic adaptation using IoT sensors for real-time data integration.</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User-friendly interface tailored for farmer engagement.</a:t>
            </a:r>
          </a:p>
          <a:p>
            <a:endParaRPr lang="en-IN" dirty="0"/>
          </a:p>
        </p:txBody>
      </p:sp>
      <p:sp>
        <p:nvSpPr>
          <p:cNvPr id="4" name="Content Placeholder 3">
            <a:extLst>
              <a:ext uri="{FF2B5EF4-FFF2-40B4-BE49-F238E27FC236}">
                <a16:creationId xmlns:a16="http://schemas.microsoft.com/office/drawing/2014/main" id="{CB7ABBF2-4B1F-627F-91B1-338EB933447E}"/>
              </a:ext>
            </a:extLst>
          </p:cNvPr>
          <p:cNvSpPr>
            <a:spLocks noGrp="1"/>
          </p:cNvSpPr>
          <p:nvPr>
            <p:ph sz="half" idx="2"/>
          </p:nvPr>
        </p:nvSpPr>
        <p:spPr/>
        <p:txBody>
          <a:bodyPr/>
          <a:lstStyle/>
          <a:p>
            <a:pPr marL="0" indent="0">
              <a:buNone/>
            </a:pPr>
            <a:r>
              <a:rPr lang="en-GB" b="1" dirty="0">
                <a:latin typeface="Times New Roman" panose="02020603050405020304" pitchFamily="18" charset="0"/>
                <a:cs typeface="Times New Roman" panose="02020603050405020304" pitchFamily="18" charset="0"/>
              </a:rPr>
              <a:t>Demerits</a:t>
            </a:r>
            <a:r>
              <a:rPr lang="en-GB"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Limited accessibility in regions with low technological penetration.</a:t>
            </a:r>
          </a:p>
          <a:p>
            <a:pPr>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Real-time data processing can be resource-intensive.</a:t>
            </a:r>
          </a:p>
          <a:p>
            <a:endParaRPr lang="en-IN" dirty="0"/>
          </a:p>
        </p:txBody>
      </p:sp>
    </p:spTree>
    <p:extLst>
      <p:ext uri="{BB962C8B-B14F-4D97-AF65-F5344CB8AC3E}">
        <p14:creationId xmlns:p14="http://schemas.microsoft.com/office/powerpoint/2010/main" val="1600891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C141A-1EA3-8677-64B6-BD6C5F71BA9C}"/>
              </a:ext>
            </a:extLst>
          </p:cNvPr>
          <p:cNvSpPr>
            <a:spLocks noGrp="1"/>
          </p:cNvSpPr>
          <p:nvPr>
            <p:ph type="title"/>
          </p:nvPr>
        </p:nvSpPr>
        <p:spPr/>
        <p:txBody>
          <a:bodyPr/>
          <a:lstStyle/>
          <a:p>
            <a:r>
              <a:rPr lang="en-IN" b="1"/>
              <a:t>Proposed System</a:t>
            </a:r>
            <a:br>
              <a:rPr lang="en-IN" b="1"/>
            </a:br>
            <a:endParaRPr lang="en-IN"/>
          </a:p>
        </p:txBody>
      </p:sp>
      <p:sp>
        <p:nvSpPr>
          <p:cNvPr id="3" name="Content Placeholder 2">
            <a:extLst>
              <a:ext uri="{FF2B5EF4-FFF2-40B4-BE49-F238E27FC236}">
                <a16:creationId xmlns:a16="http://schemas.microsoft.com/office/drawing/2014/main" id="{A45F9395-6D44-FB45-6FE3-BFC012862FEF}"/>
              </a:ext>
            </a:extLst>
          </p:cNvPr>
          <p:cNvSpPr>
            <a:spLocks noGrp="1"/>
          </p:cNvSpPr>
          <p:nvPr>
            <p:ph idx="1"/>
          </p:nvPr>
        </p:nvSpPr>
        <p:spPr>
          <a:xfrm>
            <a:off x="838200" y="1582994"/>
            <a:ext cx="10515600" cy="4909881"/>
          </a:xfrm>
        </p:spPr>
        <p:txBody>
          <a:bodyPr>
            <a:normAutofit/>
          </a:bodyPr>
          <a:lstStyle/>
          <a:p>
            <a:r>
              <a:rPr lang="en-US" sz="1800"/>
              <a:t>Our proposed system integrates machine learning to analyze critical agricultural parameters and recommend optimal crops. Additionally, it predicts crop yield based on various environmental factors. Key features of the system include:</a:t>
            </a:r>
          </a:p>
          <a:p>
            <a:pPr>
              <a:buFont typeface="Arial" panose="020B0604020202020204" pitchFamily="34" charset="0"/>
              <a:buChar char="•"/>
            </a:pPr>
            <a:r>
              <a:rPr lang="en-IN" sz="1800" b="1"/>
              <a:t>Algorithms:</a:t>
            </a:r>
            <a:r>
              <a:rPr lang="en-IN" sz="1800"/>
              <a:t> K-Nearest Neighbors (KNN) for crop recommendation, Random Forest for yield prediction.</a:t>
            </a:r>
          </a:p>
          <a:p>
            <a:pPr>
              <a:buFont typeface="Arial" panose="020B0604020202020204" pitchFamily="34" charset="0"/>
              <a:buChar char="•"/>
            </a:pPr>
            <a:r>
              <a:rPr lang="en-IN" sz="1800" b="1"/>
              <a:t>Input Parameters for Crop Recommendation:</a:t>
            </a:r>
            <a:r>
              <a:rPr lang="en-IN" sz="1800"/>
              <a:t> Nitrogen, Phosphorus, Potassium, temperature, humidity, pH, and rainfall.</a:t>
            </a:r>
          </a:p>
          <a:p>
            <a:pPr>
              <a:buFont typeface="Arial" panose="020B0604020202020204" pitchFamily="34" charset="0"/>
              <a:buChar char="•"/>
            </a:pPr>
            <a:r>
              <a:rPr lang="en-IN" sz="1800" b="1"/>
              <a:t>Input Parameters for Yield Prediction:</a:t>
            </a:r>
            <a:r>
              <a:rPr lang="en-IN" sz="1800"/>
              <a:t> Area, crop type, year, average rainfall, pesticide usage, and average temperature.</a:t>
            </a:r>
          </a:p>
          <a:p>
            <a:pPr>
              <a:buFont typeface="Arial" panose="020B0604020202020204" pitchFamily="34" charset="0"/>
              <a:buChar char="•"/>
            </a:pPr>
            <a:r>
              <a:rPr lang="en-IN" sz="1800" b="1"/>
              <a:t>Dataset Sources:</a:t>
            </a:r>
            <a:r>
              <a:rPr lang="en-IN" sz="1800"/>
              <a:t> Kaggle, FAO, and historical agricultural data.</a:t>
            </a:r>
          </a:p>
          <a:p>
            <a:pPr>
              <a:buFont typeface="Arial" panose="020B0604020202020204" pitchFamily="34" charset="0"/>
              <a:buChar char="•"/>
            </a:pPr>
            <a:r>
              <a:rPr lang="en-IN" sz="1800" b="1"/>
              <a:t>Outputs:1.</a:t>
            </a:r>
            <a:r>
              <a:rPr lang="en-US" sz="1800"/>
              <a:t>Recommended crop for given soil and weather conditions.</a:t>
            </a:r>
          </a:p>
          <a:p>
            <a:pPr marL="0" indent="0">
              <a:buNone/>
            </a:pPr>
            <a:r>
              <a:rPr lang="en-US" sz="1800"/>
              <a:t>                         2.Estimated crop yield based on historical and environmental data.</a:t>
            </a:r>
          </a:p>
          <a:p>
            <a:r>
              <a:rPr lang="en-US" sz="1800" b="1"/>
              <a:t>Interface:</a:t>
            </a:r>
            <a:r>
              <a:rPr lang="en-US" sz="1800"/>
              <a:t> Web-based application using Flask for easy farmer and investor accessibility.</a:t>
            </a:r>
          </a:p>
          <a:p>
            <a:r>
              <a:rPr lang="en-IN" sz="1800" b="1"/>
              <a:t>Functionality:1.</a:t>
            </a:r>
            <a:r>
              <a:rPr lang="en-US" sz="1200"/>
              <a:t> </a:t>
            </a:r>
            <a:r>
              <a:rPr lang="en-US" sz="1800"/>
              <a:t>Farmers input soil and climate data to receive crop recommendations.</a:t>
            </a:r>
          </a:p>
          <a:p>
            <a:pPr marL="0" indent="0">
              <a:buNone/>
            </a:pPr>
            <a:r>
              <a:rPr lang="en-US" sz="1800"/>
              <a:t>                                     </a:t>
            </a:r>
            <a:r>
              <a:rPr lang="en-US" sz="1800" b="1"/>
              <a:t>2</a:t>
            </a:r>
            <a:r>
              <a:rPr lang="en-US" sz="1800"/>
              <a:t>. Investors input agricultural parameters to predict expected crop yield</a:t>
            </a:r>
            <a:r>
              <a:rPr lang="en-US" sz="1200"/>
              <a:t>.</a:t>
            </a:r>
          </a:p>
          <a:p>
            <a:pPr marL="0" indent="0">
              <a:buNone/>
            </a:pPr>
            <a:endParaRPr lang="en-US" sz="1800"/>
          </a:p>
          <a:p>
            <a:pPr marL="0" indent="0">
              <a:buNone/>
            </a:pPr>
            <a:endParaRPr lang="en-US" sz="1800"/>
          </a:p>
          <a:p>
            <a:pPr>
              <a:buFont typeface="Arial" panose="020B0604020202020204" pitchFamily="34" charset="0"/>
              <a:buChar char="•"/>
            </a:pPr>
            <a:endParaRPr lang="en-IN" sz="1800"/>
          </a:p>
          <a:p>
            <a:endParaRPr lang="en-IN"/>
          </a:p>
        </p:txBody>
      </p:sp>
    </p:spTree>
    <p:extLst>
      <p:ext uri="{BB962C8B-B14F-4D97-AF65-F5344CB8AC3E}">
        <p14:creationId xmlns:p14="http://schemas.microsoft.com/office/powerpoint/2010/main" val="4203247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A7EF-4F74-6734-BDE3-C785FB3F8FC2}"/>
              </a:ext>
            </a:extLst>
          </p:cNvPr>
          <p:cNvSpPr>
            <a:spLocks noGrp="1"/>
          </p:cNvSpPr>
          <p:nvPr>
            <p:ph type="title"/>
          </p:nvPr>
        </p:nvSpPr>
        <p:spPr/>
        <p:txBody>
          <a:bodyPr/>
          <a:lstStyle/>
          <a:p>
            <a:r>
              <a:rPr lang="en-GB" dirty="0"/>
              <a:t>DIAGRAM</a:t>
            </a:r>
            <a:endParaRPr lang="en-IN" dirty="0"/>
          </a:p>
        </p:txBody>
      </p:sp>
      <p:pic>
        <p:nvPicPr>
          <p:cNvPr id="5" name="Content Placeholder 4">
            <a:extLst>
              <a:ext uri="{FF2B5EF4-FFF2-40B4-BE49-F238E27FC236}">
                <a16:creationId xmlns:a16="http://schemas.microsoft.com/office/drawing/2014/main" id="{25871863-9617-1DA6-3E8B-67746F74BEEA}"/>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389136" y="1570383"/>
            <a:ext cx="8919513" cy="4606580"/>
          </a:xfrm>
        </p:spPr>
      </p:pic>
    </p:spTree>
    <p:extLst>
      <p:ext uri="{BB962C8B-B14F-4D97-AF65-F5344CB8AC3E}">
        <p14:creationId xmlns:p14="http://schemas.microsoft.com/office/powerpoint/2010/main" val="2119658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5B8A1-FE65-BA44-29C5-D31C7489FDBB}"/>
              </a:ext>
            </a:extLst>
          </p:cNvPr>
          <p:cNvSpPr>
            <a:spLocks noGrp="1"/>
          </p:cNvSpPr>
          <p:nvPr>
            <p:ph type="title"/>
          </p:nvPr>
        </p:nvSpPr>
        <p:spPr/>
        <p:txBody>
          <a:bodyPr/>
          <a:lstStyle/>
          <a:p>
            <a:r>
              <a:rPr lang="en-IN" b="1"/>
              <a:t>Implementation</a:t>
            </a:r>
            <a:endParaRPr lang="en-IN"/>
          </a:p>
        </p:txBody>
      </p:sp>
      <p:sp>
        <p:nvSpPr>
          <p:cNvPr id="3" name="Content Placeholder 2">
            <a:extLst>
              <a:ext uri="{FF2B5EF4-FFF2-40B4-BE49-F238E27FC236}">
                <a16:creationId xmlns:a16="http://schemas.microsoft.com/office/drawing/2014/main" id="{1842EBCF-5087-25DF-42B9-127665F48D29}"/>
              </a:ext>
            </a:extLst>
          </p:cNvPr>
          <p:cNvSpPr>
            <a:spLocks noGrp="1"/>
          </p:cNvSpPr>
          <p:nvPr>
            <p:ph idx="1"/>
          </p:nvPr>
        </p:nvSpPr>
        <p:spPr/>
        <p:txBody>
          <a:bodyPr>
            <a:normAutofit fontScale="70000" lnSpcReduction="20000"/>
          </a:bodyPr>
          <a:lstStyle/>
          <a:p>
            <a:pPr marL="0" indent="0">
              <a:buNone/>
            </a:pPr>
            <a:r>
              <a:rPr lang="en-IN" b="1"/>
              <a:t>1. Data Collection and Preprocessing</a:t>
            </a:r>
          </a:p>
          <a:p>
            <a:pPr>
              <a:buFont typeface="Arial" panose="020B0604020202020204" pitchFamily="34" charset="0"/>
              <a:buChar char="•"/>
            </a:pPr>
            <a:r>
              <a:rPr lang="en-IN" b="1"/>
              <a:t>Datasets:</a:t>
            </a:r>
            <a:r>
              <a:rPr lang="en-IN"/>
              <a:t> Crop Recommendation dataset from Kaggle and FAO.</a:t>
            </a:r>
          </a:p>
          <a:p>
            <a:pPr>
              <a:buFont typeface="Arial" panose="020B0604020202020204" pitchFamily="34" charset="0"/>
              <a:buChar char="•"/>
            </a:pPr>
            <a:r>
              <a:rPr lang="en-IN" b="1"/>
              <a:t>Data Cleaning:</a:t>
            </a:r>
            <a:r>
              <a:rPr lang="en-IN"/>
              <a:t> Handling missing values, normalizing features.</a:t>
            </a:r>
          </a:p>
          <a:p>
            <a:pPr>
              <a:buFont typeface="Arial" panose="020B0604020202020204" pitchFamily="34" charset="0"/>
              <a:buChar char="•"/>
            </a:pPr>
            <a:r>
              <a:rPr lang="en-IN" b="1"/>
              <a:t>Feature Engineering:</a:t>
            </a:r>
            <a:r>
              <a:rPr lang="en-IN"/>
              <a:t> Encoding categorical crop names, standardizing numerical values.</a:t>
            </a:r>
          </a:p>
          <a:p>
            <a:pPr>
              <a:buFont typeface="Arial" panose="020B0604020202020204" pitchFamily="34" charset="0"/>
              <a:buChar char="•"/>
            </a:pPr>
            <a:r>
              <a:rPr lang="en-IN" b="1"/>
              <a:t>Train-Test Split:</a:t>
            </a:r>
            <a:r>
              <a:rPr lang="en-IN"/>
              <a:t> 80% training, 20% testing for model evaluation.</a:t>
            </a:r>
          </a:p>
          <a:p>
            <a:pPr marL="0" indent="0">
              <a:buNone/>
            </a:pPr>
            <a:r>
              <a:rPr lang="en-IN" b="1"/>
              <a:t>2. Model Development</a:t>
            </a:r>
          </a:p>
          <a:p>
            <a:pPr>
              <a:buFont typeface="Arial" panose="020B0604020202020204" pitchFamily="34" charset="0"/>
              <a:buChar char="•"/>
            </a:pPr>
            <a:r>
              <a:rPr lang="en-IN" b="1"/>
              <a:t>KNN Model:</a:t>
            </a:r>
            <a:r>
              <a:rPr lang="en-IN"/>
              <a:t> Determines the nearest neighbors based on feature similarity for crop recommendation.</a:t>
            </a:r>
          </a:p>
          <a:p>
            <a:pPr>
              <a:buFont typeface="Arial" panose="020B0604020202020204" pitchFamily="34" charset="0"/>
              <a:buChar char="•"/>
            </a:pPr>
            <a:r>
              <a:rPr lang="en-IN" b="1"/>
              <a:t>Random Forest Model:</a:t>
            </a:r>
            <a:r>
              <a:rPr lang="en-IN"/>
              <a:t> Predicts expected crop yield based on historical data and environmental conditions.</a:t>
            </a:r>
          </a:p>
          <a:p>
            <a:pPr>
              <a:buFont typeface="Arial" panose="020B0604020202020204" pitchFamily="34" charset="0"/>
              <a:buChar char="•"/>
            </a:pPr>
            <a:r>
              <a:rPr lang="en-IN" b="1"/>
              <a:t>Distance Metric:</a:t>
            </a:r>
            <a:r>
              <a:rPr lang="en-IN"/>
              <a:t> Euclidean distance for classification (KNN).</a:t>
            </a:r>
          </a:p>
          <a:p>
            <a:pPr>
              <a:buFont typeface="Arial" panose="020B0604020202020204" pitchFamily="34" charset="0"/>
              <a:buChar char="•"/>
            </a:pPr>
            <a:r>
              <a:rPr lang="en-IN" b="1"/>
              <a:t>Hyperparameter Tuning:</a:t>
            </a:r>
            <a:r>
              <a:rPr lang="en-IN"/>
              <a:t> Optimizing K value for best performance.</a:t>
            </a:r>
          </a:p>
          <a:p>
            <a:pPr>
              <a:buFont typeface="Arial" panose="020B0604020202020204" pitchFamily="34" charset="0"/>
              <a:buChar char="•"/>
            </a:pPr>
            <a:r>
              <a:rPr lang="en-IN" b="1"/>
              <a:t>Model Evaluation:</a:t>
            </a:r>
            <a:r>
              <a:rPr lang="en-IN"/>
              <a:t> Accuracy, Precision, Recall, F1-score, Confusion Matrix.</a:t>
            </a:r>
          </a:p>
          <a:p>
            <a:endParaRPr lang="en-IN"/>
          </a:p>
        </p:txBody>
      </p:sp>
    </p:spTree>
    <p:extLst>
      <p:ext uri="{BB962C8B-B14F-4D97-AF65-F5344CB8AC3E}">
        <p14:creationId xmlns:p14="http://schemas.microsoft.com/office/powerpoint/2010/main" val="19324394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1260E-AC8F-D40C-FD9C-BB806D3A66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7E9C72-FD03-8AC3-B7C5-73F36E206E74}"/>
              </a:ext>
            </a:extLst>
          </p:cNvPr>
          <p:cNvSpPr>
            <a:spLocks noGrp="1"/>
          </p:cNvSpPr>
          <p:nvPr>
            <p:ph idx="1"/>
          </p:nvPr>
        </p:nvSpPr>
        <p:spPr/>
        <p:txBody>
          <a:bodyPr/>
          <a:lstStyle/>
          <a:p>
            <a:pPr marL="0" indent="0">
              <a:buNone/>
            </a:pPr>
            <a:r>
              <a:rPr lang="en-IN" sz="2000" b="1"/>
              <a:t>3. Web Application Development</a:t>
            </a:r>
          </a:p>
          <a:p>
            <a:pPr>
              <a:buFont typeface="Arial" panose="020B0604020202020204" pitchFamily="34" charset="0"/>
              <a:buChar char="•"/>
            </a:pPr>
            <a:r>
              <a:rPr lang="en-IN" sz="2000" b="1"/>
              <a:t>Frontend:</a:t>
            </a:r>
            <a:r>
              <a:rPr lang="en-IN" sz="2000"/>
              <a:t> HTML, CSS, JavaScript.</a:t>
            </a:r>
          </a:p>
          <a:p>
            <a:pPr>
              <a:buFont typeface="Arial" panose="020B0604020202020204" pitchFamily="34" charset="0"/>
              <a:buChar char="•"/>
            </a:pPr>
            <a:r>
              <a:rPr lang="en-IN" sz="2000" b="1"/>
              <a:t>Backend:</a:t>
            </a:r>
            <a:r>
              <a:rPr lang="en-IN" sz="2000"/>
              <a:t> Flask framework (Python).</a:t>
            </a:r>
          </a:p>
          <a:p>
            <a:pPr>
              <a:buFont typeface="Arial" panose="020B0604020202020204" pitchFamily="34" charset="0"/>
              <a:buChar char="•"/>
            </a:pPr>
            <a:r>
              <a:rPr lang="en-IN" sz="2000" b="1"/>
              <a:t>Functionality:</a:t>
            </a:r>
            <a:endParaRPr lang="en-IN" sz="2000"/>
          </a:p>
          <a:p>
            <a:pPr marL="742950" lvl="1" indent="-285750">
              <a:buFont typeface="Arial" panose="020B0604020202020204" pitchFamily="34" charset="0"/>
              <a:buChar char="•"/>
            </a:pPr>
            <a:r>
              <a:rPr lang="en-IN" sz="2000"/>
              <a:t>Farmers input soil and climate data, system returns crop recommendation.</a:t>
            </a:r>
          </a:p>
          <a:p>
            <a:pPr marL="742950" lvl="1" indent="-285750">
              <a:buFont typeface="Arial" panose="020B0604020202020204" pitchFamily="34" charset="0"/>
              <a:buChar char="•"/>
            </a:pPr>
            <a:r>
              <a:rPr lang="en-IN" sz="2000"/>
              <a:t>Investors input agricultural parameters, system predicts crop yield.</a:t>
            </a:r>
          </a:p>
          <a:p>
            <a:pPr marL="457200" lvl="1" indent="0">
              <a:buNone/>
            </a:pPr>
            <a:endParaRPr lang="en-IN" sz="2000"/>
          </a:p>
          <a:p>
            <a:endParaRPr lang="en-IN"/>
          </a:p>
        </p:txBody>
      </p:sp>
    </p:spTree>
    <p:extLst>
      <p:ext uri="{BB962C8B-B14F-4D97-AF65-F5344CB8AC3E}">
        <p14:creationId xmlns:p14="http://schemas.microsoft.com/office/powerpoint/2010/main" val="24328345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B4174-B7FD-81E0-925B-39602B058D85}"/>
              </a:ext>
            </a:extLst>
          </p:cNvPr>
          <p:cNvSpPr>
            <a:spLocks noGrp="1"/>
          </p:cNvSpPr>
          <p:nvPr>
            <p:ph type="title"/>
          </p:nvPr>
        </p:nvSpPr>
        <p:spPr/>
        <p:txBody>
          <a:bodyPr/>
          <a:lstStyle/>
          <a:p>
            <a:r>
              <a:rPr lang="en-IN" b="1"/>
              <a:t>Results</a:t>
            </a:r>
            <a:endParaRPr lang="en-IN"/>
          </a:p>
        </p:txBody>
      </p:sp>
      <p:sp>
        <p:nvSpPr>
          <p:cNvPr id="7" name="Content Placeholder 6">
            <a:extLst>
              <a:ext uri="{FF2B5EF4-FFF2-40B4-BE49-F238E27FC236}">
                <a16:creationId xmlns:a16="http://schemas.microsoft.com/office/drawing/2014/main" id="{A2DD9D8A-04E8-E796-CFA5-AC7BF4D37916}"/>
              </a:ext>
            </a:extLst>
          </p:cNvPr>
          <p:cNvSpPr>
            <a:spLocks noGrp="1"/>
          </p:cNvSpPr>
          <p:nvPr>
            <p:ph idx="1"/>
          </p:nvPr>
        </p:nvSpPr>
        <p:spPr/>
        <p:txBody>
          <a:bodyPr/>
          <a:lstStyle/>
          <a:p>
            <a:r>
              <a:rPr lang="en-US" sz="1800"/>
              <a:t>The system was tested with real-world agricultural data, achieving high accuracy levels:</a:t>
            </a:r>
          </a:p>
          <a:p>
            <a:endParaRPr lang="en-IN"/>
          </a:p>
        </p:txBody>
      </p:sp>
      <p:graphicFrame>
        <p:nvGraphicFramePr>
          <p:cNvPr id="8" name="Table 7">
            <a:extLst>
              <a:ext uri="{FF2B5EF4-FFF2-40B4-BE49-F238E27FC236}">
                <a16:creationId xmlns:a16="http://schemas.microsoft.com/office/drawing/2014/main" id="{FDCB0B44-637A-9EE2-2955-A716354C937F}"/>
              </a:ext>
            </a:extLst>
          </p:cNvPr>
          <p:cNvGraphicFramePr>
            <a:graphicFrameLocks noGrp="1"/>
          </p:cNvGraphicFramePr>
          <p:nvPr>
            <p:extLst>
              <p:ext uri="{D42A27DB-BD31-4B8C-83A1-F6EECF244321}">
                <p14:modId xmlns:p14="http://schemas.microsoft.com/office/powerpoint/2010/main" val="2595737614"/>
              </p:ext>
            </p:extLst>
          </p:nvPr>
        </p:nvGraphicFramePr>
        <p:xfrm>
          <a:off x="1219200" y="2172494"/>
          <a:ext cx="4513006" cy="3657600"/>
        </p:xfrm>
        <a:graphic>
          <a:graphicData uri="http://schemas.openxmlformats.org/drawingml/2006/table">
            <a:tbl>
              <a:tblPr/>
              <a:tblGrid>
                <a:gridCol w="2256503">
                  <a:extLst>
                    <a:ext uri="{9D8B030D-6E8A-4147-A177-3AD203B41FA5}">
                      <a16:colId xmlns:a16="http://schemas.microsoft.com/office/drawing/2014/main" val="820229536"/>
                    </a:ext>
                  </a:extLst>
                </a:gridCol>
                <a:gridCol w="2256503">
                  <a:extLst>
                    <a:ext uri="{9D8B030D-6E8A-4147-A177-3AD203B41FA5}">
                      <a16:colId xmlns:a16="http://schemas.microsoft.com/office/drawing/2014/main" val="1556213028"/>
                    </a:ext>
                  </a:extLst>
                </a:gridCol>
              </a:tblGrid>
              <a:tr h="0">
                <a:tc>
                  <a:txBody>
                    <a:bodyPr/>
                    <a:lstStyle/>
                    <a:p>
                      <a:r>
                        <a:rPr lang="en-IN" b="1">
                          <a:latin typeface="Times New Roman" panose="02020603050405020304" pitchFamily="18" charset="0"/>
                          <a:cs typeface="Times New Roman" panose="02020603050405020304" pitchFamily="18" charset="0"/>
                        </a:rPr>
                        <a:t>Model</a:t>
                      </a:r>
                    </a:p>
                  </a:txBody>
                  <a:tcPr anchor="ctr">
                    <a:lnL>
                      <a:noFill/>
                    </a:lnL>
                    <a:lnR>
                      <a:noFill/>
                    </a:lnR>
                    <a:lnT>
                      <a:noFill/>
                    </a:lnT>
                    <a:lnB>
                      <a:noFill/>
                    </a:lnB>
                    <a:noFill/>
                  </a:tcPr>
                </a:tc>
                <a:tc>
                  <a:txBody>
                    <a:bodyPr/>
                    <a:lstStyle/>
                    <a:p>
                      <a:r>
                        <a:rPr lang="en-IN" b="1">
                          <a:latin typeface="Times New Roman" panose="02020603050405020304" pitchFamily="18" charset="0"/>
                          <a:cs typeface="Times New Roman" panose="02020603050405020304" pitchFamily="18" charset="0"/>
                        </a:rPr>
                        <a:t>Accuracy (%)</a:t>
                      </a:r>
                    </a:p>
                  </a:txBody>
                  <a:tcPr anchor="ctr">
                    <a:lnL>
                      <a:noFill/>
                    </a:lnL>
                    <a:lnR>
                      <a:noFill/>
                    </a:lnR>
                    <a:lnT>
                      <a:noFill/>
                    </a:lnT>
                    <a:lnB>
                      <a:noFill/>
                    </a:lnB>
                    <a:noFill/>
                  </a:tcPr>
                </a:tc>
                <a:extLst>
                  <a:ext uri="{0D108BD9-81ED-4DB2-BD59-A6C34878D82A}">
                    <a16:rowId xmlns:a16="http://schemas.microsoft.com/office/drawing/2014/main" val="1217643947"/>
                  </a:ext>
                </a:extLst>
              </a:tr>
              <a:tr h="0">
                <a:tc>
                  <a:txBody>
                    <a:bodyPr/>
                    <a:lstStyle/>
                    <a:p>
                      <a:r>
                        <a:rPr lang="en-IN"/>
                        <a:t>KNN</a:t>
                      </a:r>
                    </a:p>
                  </a:txBody>
                  <a:tcPr anchor="ctr">
                    <a:lnL>
                      <a:noFill/>
                    </a:lnL>
                    <a:lnR>
                      <a:noFill/>
                    </a:lnR>
                    <a:lnT>
                      <a:noFill/>
                    </a:lnT>
                    <a:lnB>
                      <a:noFill/>
                    </a:lnB>
                    <a:noFill/>
                  </a:tcPr>
                </a:tc>
                <a:tc>
                  <a:txBody>
                    <a:bodyPr/>
                    <a:lstStyle/>
                    <a:p>
                      <a:r>
                        <a:rPr lang="en-IN"/>
                        <a:t>97.04</a:t>
                      </a:r>
                    </a:p>
                  </a:txBody>
                  <a:tcPr anchor="ctr">
                    <a:lnL>
                      <a:noFill/>
                    </a:lnL>
                    <a:lnR>
                      <a:noFill/>
                    </a:lnR>
                    <a:lnT>
                      <a:noFill/>
                    </a:lnT>
                    <a:lnB>
                      <a:noFill/>
                    </a:lnB>
                    <a:noFill/>
                  </a:tcPr>
                </a:tc>
                <a:extLst>
                  <a:ext uri="{0D108BD9-81ED-4DB2-BD59-A6C34878D82A}">
                    <a16:rowId xmlns:a16="http://schemas.microsoft.com/office/drawing/2014/main" val="4208218145"/>
                  </a:ext>
                </a:extLst>
              </a:tr>
              <a:tr h="0">
                <a:tc>
                  <a:txBody>
                    <a:bodyPr/>
                    <a:lstStyle/>
                    <a:p>
                      <a:r>
                        <a:rPr lang="en-IN"/>
                        <a:t>Decision Tree</a:t>
                      </a:r>
                    </a:p>
                  </a:txBody>
                  <a:tcPr anchor="ctr">
                    <a:lnL>
                      <a:noFill/>
                    </a:lnL>
                    <a:lnR>
                      <a:noFill/>
                    </a:lnR>
                    <a:lnT>
                      <a:noFill/>
                    </a:lnT>
                    <a:lnB>
                      <a:noFill/>
                    </a:lnB>
                    <a:noFill/>
                  </a:tcPr>
                </a:tc>
                <a:tc>
                  <a:txBody>
                    <a:bodyPr/>
                    <a:lstStyle/>
                    <a:p>
                      <a:r>
                        <a:rPr lang="en-IN"/>
                        <a:t>98.63</a:t>
                      </a:r>
                    </a:p>
                  </a:txBody>
                  <a:tcPr anchor="ctr">
                    <a:lnL>
                      <a:noFill/>
                    </a:lnL>
                    <a:lnR>
                      <a:noFill/>
                    </a:lnR>
                    <a:lnT>
                      <a:noFill/>
                    </a:lnT>
                    <a:lnB>
                      <a:noFill/>
                    </a:lnB>
                    <a:noFill/>
                  </a:tcPr>
                </a:tc>
                <a:extLst>
                  <a:ext uri="{0D108BD9-81ED-4DB2-BD59-A6C34878D82A}">
                    <a16:rowId xmlns:a16="http://schemas.microsoft.com/office/drawing/2014/main" val="3767905039"/>
                  </a:ext>
                </a:extLst>
              </a:tr>
              <a:tr h="0">
                <a:tc>
                  <a:txBody>
                    <a:bodyPr/>
                    <a:lstStyle/>
                    <a:p>
                      <a:r>
                        <a:rPr lang="en-IN"/>
                        <a:t>Random Forest</a:t>
                      </a:r>
                    </a:p>
                  </a:txBody>
                  <a:tcPr anchor="ctr">
                    <a:lnL>
                      <a:noFill/>
                    </a:lnL>
                    <a:lnR>
                      <a:noFill/>
                    </a:lnR>
                    <a:lnT>
                      <a:noFill/>
                    </a:lnT>
                    <a:lnB>
                      <a:noFill/>
                    </a:lnB>
                    <a:noFill/>
                  </a:tcPr>
                </a:tc>
                <a:tc>
                  <a:txBody>
                    <a:bodyPr/>
                    <a:lstStyle/>
                    <a:p>
                      <a:r>
                        <a:rPr lang="en-IN"/>
                        <a:t>99.31</a:t>
                      </a:r>
                    </a:p>
                  </a:txBody>
                  <a:tcPr anchor="ctr">
                    <a:lnL>
                      <a:noFill/>
                    </a:lnL>
                    <a:lnR>
                      <a:noFill/>
                    </a:lnR>
                    <a:lnT>
                      <a:noFill/>
                    </a:lnT>
                    <a:lnB>
                      <a:noFill/>
                    </a:lnB>
                    <a:noFill/>
                  </a:tcPr>
                </a:tc>
                <a:extLst>
                  <a:ext uri="{0D108BD9-81ED-4DB2-BD59-A6C34878D82A}">
                    <a16:rowId xmlns:a16="http://schemas.microsoft.com/office/drawing/2014/main" val="2459002694"/>
                  </a:ext>
                </a:extLst>
              </a:tr>
              <a:tr h="0">
                <a:tc>
                  <a:txBody>
                    <a:bodyPr/>
                    <a:lstStyle/>
                    <a:p>
                      <a:r>
                        <a:rPr lang="en-IN"/>
                        <a:t>Naïve Bayes</a:t>
                      </a:r>
                    </a:p>
                  </a:txBody>
                  <a:tcPr anchor="ctr">
                    <a:lnL>
                      <a:noFill/>
                    </a:lnL>
                    <a:lnR>
                      <a:noFill/>
                    </a:lnR>
                    <a:lnT>
                      <a:noFill/>
                    </a:lnT>
                    <a:lnB>
                      <a:noFill/>
                    </a:lnB>
                    <a:noFill/>
                  </a:tcPr>
                </a:tc>
                <a:tc>
                  <a:txBody>
                    <a:bodyPr/>
                    <a:lstStyle/>
                    <a:p>
                      <a:r>
                        <a:rPr lang="en-IN"/>
                        <a:t>99.54</a:t>
                      </a:r>
                    </a:p>
                  </a:txBody>
                  <a:tcPr anchor="ctr">
                    <a:lnL>
                      <a:noFill/>
                    </a:lnL>
                    <a:lnR>
                      <a:noFill/>
                    </a:lnR>
                    <a:lnT>
                      <a:noFill/>
                    </a:lnT>
                    <a:lnB>
                      <a:noFill/>
                    </a:lnB>
                    <a:noFill/>
                  </a:tcPr>
                </a:tc>
                <a:extLst>
                  <a:ext uri="{0D108BD9-81ED-4DB2-BD59-A6C34878D82A}">
                    <a16:rowId xmlns:a16="http://schemas.microsoft.com/office/drawing/2014/main" val="1325000857"/>
                  </a:ext>
                </a:extLst>
              </a:tr>
              <a:tr h="0">
                <a:tc>
                  <a:txBody>
                    <a:bodyPr/>
                    <a:lstStyle/>
                    <a:p>
                      <a:r>
                        <a:rPr lang="en-IN"/>
                        <a:t>XGBoost</a:t>
                      </a:r>
                    </a:p>
                  </a:txBody>
                  <a:tcPr anchor="ctr">
                    <a:lnL>
                      <a:noFill/>
                    </a:lnL>
                    <a:lnR>
                      <a:noFill/>
                    </a:lnR>
                    <a:lnT>
                      <a:noFill/>
                    </a:lnT>
                    <a:lnB>
                      <a:noFill/>
                    </a:lnB>
                    <a:noFill/>
                  </a:tcPr>
                </a:tc>
                <a:tc>
                  <a:txBody>
                    <a:bodyPr/>
                    <a:lstStyle/>
                    <a:p>
                      <a:r>
                        <a:rPr lang="en-IN"/>
                        <a:t>98.6</a:t>
                      </a:r>
                    </a:p>
                  </a:txBody>
                  <a:tcPr anchor="ctr">
                    <a:lnL>
                      <a:noFill/>
                    </a:lnL>
                    <a:lnR>
                      <a:noFill/>
                    </a:lnR>
                    <a:lnT>
                      <a:noFill/>
                    </a:lnT>
                    <a:lnB>
                      <a:noFill/>
                    </a:lnB>
                    <a:noFill/>
                  </a:tcPr>
                </a:tc>
                <a:extLst>
                  <a:ext uri="{0D108BD9-81ED-4DB2-BD59-A6C34878D82A}">
                    <a16:rowId xmlns:a16="http://schemas.microsoft.com/office/drawing/2014/main" val="1691135382"/>
                  </a:ext>
                </a:extLst>
              </a:tr>
              <a:tr h="0">
                <a:tc>
                  <a:txBody>
                    <a:bodyPr/>
                    <a:lstStyle/>
                    <a:p>
                      <a:r>
                        <a:rPr lang="en-IN"/>
                        <a:t>Logistic Regression</a:t>
                      </a:r>
                    </a:p>
                  </a:txBody>
                  <a:tcPr anchor="ctr">
                    <a:lnL>
                      <a:noFill/>
                    </a:lnL>
                    <a:lnR>
                      <a:noFill/>
                    </a:lnR>
                    <a:lnT>
                      <a:noFill/>
                    </a:lnT>
                    <a:lnB>
                      <a:noFill/>
                    </a:lnB>
                    <a:noFill/>
                  </a:tcPr>
                </a:tc>
                <a:tc>
                  <a:txBody>
                    <a:bodyPr/>
                    <a:lstStyle/>
                    <a:p>
                      <a:r>
                        <a:rPr lang="en-IN"/>
                        <a:t>94.54</a:t>
                      </a:r>
                    </a:p>
                  </a:txBody>
                  <a:tcPr anchor="ctr">
                    <a:lnL>
                      <a:noFill/>
                    </a:lnL>
                    <a:lnR>
                      <a:noFill/>
                    </a:lnR>
                    <a:lnT>
                      <a:noFill/>
                    </a:lnT>
                    <a:lnB>
                      <a:noFill/>
                    </a:lnB>
                    <a:noFill/>
                  </a:tcPr>
                </a:tc>
                <a:extLst>
                  <a:ext uri="{0D108BD9-81ED-4DB2-BD59-A6C34878D82A}">
                    <a16:rowId xmlns:a16="http://schemas.microsoft.com/office/drawing/2014/main" val="963148909"/>
                  </a:ext>
                </a:extLst>
              </a:tr>
              <a:tr h="0">
                <a:tc>
                  <a:txBody>
                    <a:bodyPr/>
                    <a:lstStyle/>
                    <a:p>
                      <a:r>
                        <a:rPr lang="en-IN"/>
                        <a:t>SVM</a:t>
                      </a:r>
                    </a:p>
                  </a:txBody>
                  <a:tcPr anchor="ctr">
                    <a:lnL>
                      <a:noFill/>
                    </a:lnL>
                    <a:lnR>
                      <a:noFill/>
                    </a:lnR>
                    <a:lnT>
                      <a:noFill/>
                    </a:lnT>
                    <a:lnB>
                      <a:noFill/>
                    </a:lnB>
                    <a:noFill/>
                  </a:tcPr>
                </a:tc>
                <a:tc>
                  <a:txBody>
                    <a:bodyPr/>
                    <a:lstStyle/>
                    <a:p>
                      <a:r>
                        <a:rPr lang="en-IN"/>
                        <a:t>96.13</a:t>
                      </a:r>
                    </a:p>
                  </a:txBody>
                  <a:tcPr anchor="ctr">
                    <a:lnL>
                      <a:noFill/>
                    </a:lnL>
                    <a:lnR>
                      <a:noFill/>
                    </a:lnR>
                    <a:lnT>
                      <a:noFill/>
                    </a:lnT>
                    <a:lnB>
                      <a:noFill/>
                    </a:lnB>
                    <a:noFill/>
                  </a:tcPr>
                </a:tc>
                <a:extLst>
                  <a:ext uri="{0D108BD9-81ED-4DB2-BD59-A6C34878D82A}">
                    <a16:rowId xmlns:a16="http://schemas.microsoft.com/office/drawing/2014/main" val="2978285026"/>
                  </a:ext>
                </a:extLst>
              </a:tr>
              <a:tr h="0">
                <a:tc>
                  <a:txBody>
                    <a:bodyPr/>
                    <a:lstStyle/>
                    <a:p>
                      <a:r>
                        <a:rPr lang="en-IN"/>
                        <a:t>AdaBoost</a:t>
                      </a:r>
                    </a:p>
                  </a:txBody>
                  <a:tcPr anchor="ctr">
                    <a:lnL>
                      <a:noFill/>
                    </a:lnL>
                    <a:lnR>
                      <a:noFill/>
                    </a:lnR>
                    <a:lnT>
                      <a:noFill/>
                    </a:lnT>
                    <a:lnB>
                      <a:noFill/>
                    </a:lnB>
                    <a:noFill/>
                  </a:tcPr>
                </a:tc>
                <a:tc>
                  <a:txBody>
                    <a:bodyPr/>
                    <a:lstStyle/>
                    <a:p>
                      <a:r>
                        <a:rPr lang="en-IN"/>
                        <a:t>14.54</a:t>
                      </a:r>
                    </a:p>
                  </a:txBody>
                  <a:tcPr anchor="ctr">
                    <a:lnL>
                      <a:noFill/>
                    </a:lnL>
                    <a:lnR>
                      <a:noFill/>
                    </a:lnR>
                    <a:lnT>
                      <a:noFill/>
                    </a:lnT>
                    <a:lnB>
                      <a:noFill/>
                    </a:lnB>
                    <a:noFill/>
                  </a:tcPr>
                </a:tc>
                <a:extLst>
                  <a:ext uri="{0D108BD9-81ED-4DB2-BD59-A6C34878D82A}">
                    <a16:rowId xmlns:a16="http://schemas.microsoft.com/office/drawing/2014/main" val="3037919117"/>
                  </a:ext>
                </a:extLst>
              </a:tr>
              <a:tr h="0">
                <a:tc>
                  <a:txBody>
                    <a:bodyPr/>
                    <a:lstStyle/>
                    <a:p>
                      <a:r>
                        <a:rPr lang="en-IN"/>
                        <a:t>Gradient Boosting</a:t>
                      </a:r>
                    </a:p>
                  </a:txBody>
                  <a:tcPr anchor="ctr">
                    <a:lnL>
                      <a:noFill/>
                    </a:lnL>
                    <a:lnR>
                      <a:noFill/>
                    </a:lnR>
                    <a:lnT>
                      <a:noFill/>
                    </a:lnT>
                    <a:lnB>
                      <a:noFill/>
                    </a:lnB>
                    <a:noFill/>
                  </a:tcPr>
                </a:tc>
                <a:tc>
                  <a:txBody>
                    <a:bodyPr/>
                    <a:lstStyle/>
                    <a:p>
                      <a:r>
                        <a:rPr lang="en-IN"/>
                        <a:t>98.18</a:t>
                      </a:r>
                    </a:p>
                  </a:txBody>
                  <a:tcPr anchor="ctr">
                    <a:lnL>
                      <a:noFill/>
                    </a:lnL>
                    <a:lnR>
                      <a:noFill/>
                    </a:lnR>
                    <a:lnT>
                      <a:noFill/>
                    </a:lnT>
                    <a:lnB>
                      <a:noFill/>
                    </a:lnB>
                    <a:noFill/>
                  </a:tcPr>
                </a:tc>
                <a:extLst>
                  <a:ext uri="{0D108BD9-81ED-4DB2-BD59-A6C34878D82A}">
                    <a16:rowId xmlns:a16="http://schemas.microsoft.com/office/drawing/2014/main" val="1017403477"/>
                  </a:ext>
                </a:extLst>
              </a:tr>
            </a:tbl>
          </a:graphicData>
        </a:graphic>
      </p:graphicFrame>
      <p:pic>
        <p:nvPicPr>
          <p:cNvPr id="9" name="Content Placeholder 4">
            <a:extLst>
              <a:ext uri="{FF2B5EF4-FFF2-40B4-BE49-F238E27FC236}">
                <a16:creationId xmlns:a16="http://schemas.microsoft.com/office/drawing/2014/main" id="{9D3441F6-3C0E-D8CE-3DAB-8EEBACAF0F55}"/>
              </a:ext>
            </a:extLst>
          </p:cNvPr>
          <p:cNvPicPr>
            <a:picLocks noChangeAspect="1"/>
          </p:cNvPicPr>
          <p:nvPr/>
        </p:nvPicPr>
        <p:blipFill>
          <a:blip r:embed="rId2"/>
          <a:stretch>
            <a:fillRect/>
          </a:stretch>
        </p:blipFill>
        <p:spPr>
          <a:xfrm>
            <a:off x="5594555" y="2251587"/>
            <a:ext cx="5574890" cy="3805084"/>
          </a:xfrm>
          <a:prstGeom prst="rect">
            <a:avLst/>
          </a:prstGeom>
        </p:spPr>
      </p:pic>
    </p:spTree>
    <p:extLst>
      <p:ext uri="{BB962C8B-B14F-4D97-AF65-F5344CB8AC3E}">
        <p14:creationId xmlns:p14="http://schemas.microsoft.com/office/powerpoint/2010/main" val="31367302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E61CD-93D2-1E30-6FCB-1B6A2FA990C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C5001F2-4B69-7EF6-B441-4B6358EE7D4B}"/>
              </a:ext>
            </a:extLst>
          </p:cNvPr>
          <p:cNvSpPr>
            <a:spLocks noGrp="1"/>
          </p:cNvSpPr>
          <p:nvPr>
            <p:ph idx="1"/>
          </p:nvPr>
        </p:nvSpPr>
        <p:spPr/>
        <p:txBody>
          <a:bodyPr>
            <a:normAutofit/>
          </a:bodyPr>
          <a:lstStyle/>
          <a:p>
            <a:r>
              <a:rPr lang="en-US" sz="1800"/>
              <a:t>The KNN algorithm performed well with a 97.04% accuracy, proving effective for real-time crop recommendation, while the Random Forest model provided accurate yield predictions.</a:t>
            </a:r>
          </a:p>
          <a:p>
            <a:r>
              <a:rPr lang="en-US" sz="1800" b="1"/>
              <a:t>Crop Recommendation Analysis:</a:t>
            </a:r>
            <a:r>
              <a:rPr lang="en-US" sz="1800"/>
              <a:t> The system successfully categorized crops based on soil and climatic conditions, with high precision and recall scores. The confusion matrix indicated minimal misclassification, ensuring reliable recommendations.</a:t>
            </a:r>
          </a:p>
          <a:p>
            <a:r>
              <a:rPr lang="en-US" sz="1900" b="1"/>
              <a:t>Crop Yield Prediction Analysis:</a:t>
            </a:r>
            <a:r>
              <a:rPr lang="en-US" sz="1900"/>
              <a:t> The Random Forest model demonstrated strong predictive performance with minimal error margins. The regression model accurately forecasted crop yields based on factors such as temperature, rainfall, and pesticide use, providing valuable insights for investors and farmers.</a:t>
            </a:r>
          </a:p>
          <a:p>
            <a:r>
              <a:rPr lang="en-US" sz="1900" b="1"/>
              <a:t>Web Application Performance:</a:t>
            </a:r>
            <a:r>
              <a:rPr lang="en-US" sz="1900"/>
              <a:t> The Flask-based interface efficiently processed user inputs and returned predictions in real-time. The system’s response time was optimized, ensuring a smooth user experience.</a:t>
            </a:r>
          </a:p>
          <a:p>
            <a:endParaRPr lang="en-IN"/>
          </a:p>
        </p:txBody>
      </p:sp>
    </p:spTree>
    <p:extLst>
      <p:ext uri="{BB962C8B-B14F-4D97-AF65-F5344CB8AC3E}">
        <p14:creationId xmlns:p14="http://schemas.microsoft.com/office/powerpoint/2010/main" val="595963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97529-03B5-504A-D177-217AEFC34DFF}"/>
              </a:ext>
            </a:extLst>
          </p:cNvPr>
          <p:cNvSpPr>
            <a:spLocks noGrp="1"/>
          </p:cNvSpPr>
          <p:nvPr>
            <p:ph type="title"/>
          </p:nvPr>
        </p:nvSpPr>
        <p:spPr/>
        <p:txBody>
          <a:bodyPr/>
          <a:lstStyle/>
          <a:p>
            <a:r>
              <a:rPr lang="en-IN" b="1"/>
              <a:t>Conclusion</a:t>
            </a:r>
            <a:endParaRPr lang="en-IN"/>
          </a:p>
        </p:txBody>
      </p:sp>
      <p:sp>
        <p:nvSpPr>
          <p:cNvPr id="3" name="Content Placeholder 2">
            <a:extLst>
              <a:ext uri="{FF2B5EF4-FFF2-40B4-BE49-F238E27FC236}">
                <a16:creationId xmlns:a16="http://schemas.microsoft.com/office/drawing/2014/main" id="{05175FF5-E260-34AC-D691-7D2F5325426E}"/>
              </a:ext>
            </a:extLst>
          </p:cNvPr>
          <p:cNvSpPr>
            <a:spLocks noGrp="1"/>
          </p:cNvSpPr>
          <p:nvPr>
            <p:ph idx="1"/>
          </p:nvPr>
        </p:nvSpPr>
        <p:spPr/>
        <p:txBody>
          <a:bodyPr>
            <a:normAutofit/>
          </a:bodyPr>
          <a:lstStyle/>
          <a:p>
            <a:pPr marL="0" indent="0">
              <a:buNone/>
            </a:pPr>
            <a:r>
              <a:rPr lang="en-US" sz="1900">
                <a:latin typeface="Times New Roman" panose="02020603050405020304" pitchFamily="18" charset="0"/>
                <a:cs typeface="Times New Roman" panose="02020603050405020304" pitchFamily="18" charset="0"/>
              </a:rPr>
              <a:t>This research presents a machine learning-based crop recommendation and yield prediction system using KNN and Random Forest algorithms. The system ensures precision agriculture, reducing financial risks for farmers and aiding investors in making informed decisions. The system effectively processes input parameters such as soil nutrients and environmental conditions to generate highly accurate recommendations. </a:t>
            </a:r>
          </a:p>
          <a:p>
            <a:pPr marL="0" indent="0">
              <a:buNone/>
            </a:pPr>
            <a:r>
              <a:rPr lang="en-US" sz="1900">
                <a:latin typeface="Times New Roman" panose="02020603050405020304" pitchFamily="18" charset="0"/>
                <a:cs typeface="Times New Roman" panose="02020603050405020304" pitchFamily="18" charset="0"/>
              </a:rPr>
              <a:t>The web application provides a user-friendly experience, delivering real-time results and predictions within seconds. The yield prediction model allows investors to assess potential crop productivity, enhancing agricultural decision-making. By integrating real-time environmental data and optimizing models, the system can further enhance its accuracy and usability. Future improvements include IoT integration for real-time soil data collection, mobile app development for broader accessibility, and the incorporation of advanced deep learning techniques to refine crop and yield predictions.</a:t>
            </a:r>
          </a:p>
          <a:p>
            <a:endParaRPr lang="en-IN"/>
          </a:p>
        </p:txBody>
      </p:sp>
    </p:spTree>
    <p:extLst>
      <p:ext uri="{BB962C8B-B14F-4D97-AF65-F5344CB8AC3E}">
        <p14:creationId xmlns:p14="http://schemas.microsoft.com/office/powerpoint/2010/main" val="38833118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307552A-F7E0-160B-F0B4-E2E12CEEC146}"/>
              </a:ext>
            </a:extLst>
          </p:cNvPr>
          <p:cNvSpPr txBox="1"/>
          <p:nvPr/>
        </p:nvSpPr>
        <p:spPr>
          <a:xfrm>
            <a:off x="4422913" y="3170583"/>
            <a:ext cx="4721087" cy="769441"/>
          </a:xfrm>
          <a:prstGeom prst="rect">
            <a:avLst/>
          </a:prstGeom>
          <a:noFill/>
        </p:spPr>
        <p:txBody>
          <a:bodyPr wrap="square" rtlCol="0">
            <a:spAutoFit/>
          </a:bodyPr>
          <a:lstStyle/>
          <a:p>
            <a:r>
              <a:rPr lang="en-GB" sz="4400" b="1" dirty="0"/>
              <a:t>THANK YOU</a:t>
            </a:r>
            <a:endParaRPr lang="en-IN" sz="4400" b="1" dirty="0"/>
          </a:p>
        </p:txBody>
      </p:sp>
    </p:spTree>
    <p:extLst>
      <p:ext uri="{BB962C8B-B14F-4D97-AF65-F5344CB8AC3E}">
        <p14:creationId xmlns:p14="http://schemas.microsoft.com/office/powerpoint/2010/main" val="13374571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1655</Words>
  <Application>Microsoft Office PowerPoint</Application>
  <PresentationFormat>Widescreen</PresentationFormat>
  <Paragraphs>162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Aptos Display</vt:lpstr>
      <vt:lpstr>Arial</vt:lpstr>
      <vt:lpstr>Times New Roman</vt:lpstr>
      <vt:lpstr>Office Theme</vt:lpstr>
      <vt:lpstr>CROP RECOMMENDATION SYSTEM USING MACHINE  LEARNING USING K-NEAREST NEIGHBORS ALGORITHM)</vt:lpstr>
      <vt:lpstr>ABSTRACT</vt:lpstr>
      <vt:lpstr>1.LITERATURE SURVEY-Enhancing Agricultural Productivity: A Machine Learning Approach to Crop Recommendations</vt:lpstr>
      <vt:lpstr>MERITS AND DEMERITS</vt:lpstr>
      <vt:lpstr>DIAGRAM</vt:lpstr>
      <vt:lpstr>2.LITERATURE SURVEY-Crop Recommendation Using Machine Learning Techniques</vt:lpstr>
      <vt:lpstr>MERITS AND DEMERITS</vt:lpstr>
      <vt:lpstr>DIAGRAM</vt:lpstr>
      <vt:lpstr>3.LITERATURE SURVEY-Crop Recommendation System using IoT and ML​</vt:lpstr>
      <vt:lpstr>MERITS AND DEMERITS</vt:lpstr>
      <vt:lpstr>DIAGRAM</vt:lpstr>
      <vt:lpstr>4.LITERATURE SURVEY-Intelligent Crop Recommendation System</vt:lpstr>
      <vt:lpstr>MERITS AND DEMERITS</vt:lpstr>
      <vt:lpstr>DIAGRAM</vt:lpstr>
      <vt:lpstr>5.LITERATURE SURVEY-Crop Recommendation Using Ensemble Models</vt:lpstr>
      <vt:lpstr>MERITS AND DEMERITS</vt:lpstr>
      <vt:lpstr>DIAGRAM</vt:lpstr>
      <vt:lpstr>6.LITERATURE SURVEY-Deep Learning-Based Crop Recommendation System</vt:lpstr>
      <vt:lpstr>MERITS AND DEMERITS</vt:lpstr>
      <vt:lpstr>Proposed System </vt:lpstr>
      <vt:lpstr>DIAGRAM</vt:lpstr>
      <vt:lpstr>Implementation</vt:lpstr>
      <vt:lpstr>PowerPoint Presentation</vt:lpstr>
      <vt:lpstr>Results</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Ramesh Gogulamanda</dc:creator>
  <cp:lastModifiedBy>Eswara Rao</cp:lastModifiedBy>
  <cp:revision>3</cp:revision>
  <dcterms:created xsi:type="dcterms:W3CDTF">2024-12-24T09:33:35Z</dcterms:created>
  <dcterms:modified xsi:type="dcterms:W3CDTF">2025-03-06T15:25:56Z</dcterms:modified>
</cp:coreProperties>
</file>